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9" r:id="rId9"/>
    <p:sldId id="260" r:id="rId10"/>
    <p:sldId id="261" r:id="rId11"/>
    <p:sldId id="262" r:id="rId12"/>
    <p:sldId id="263" r:id="rId13"/>
    <p:sldId id="264" r:id="rId14"/>
    <p:sldId id="265" r:id="rId15"/>
    <p:sldId id="266" r:id="rId16"/>
    <p:sldId id="267" r:id="rId17"/>
    <p:sldId id="268"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95DD9"/>
                </a:solidFill>
                <a:latin typeface="Arial" panose="020B0604020202020204" pitchFamily="34" charset="0"/>
                <a:ea typeface="Arial" panose="020B0604020202020204" pitchFamily="34" charset="-122"/>
                <a:cs typeface="Arial" panose="020B0604020202020204" pitchFamily="34" charset="-120"/>
                <a:sym typeface="+mn-ea"/>
              </a:rPr>
              <a:t>Yehezkiel</a:t>
            </a:r>
            <a:r>
              <a:rPr lang="en-US" dirty="0">
                <a:solidFill>
                  <a:srgbClr val="3E5BA7"/>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3161D9"/>
                </a:solidFill>
                <a:latin typeface="Arial" panose="020B0604020202020204" pitchFamily="34" charset="0"/>
                <a:ea typeface="Arial" panose="020B0604020202020204" pitchFamily="34" charset="-122"/>
                <a:cs typeface="Arial" panose="020B0604020202020204" pitchFamily="34" charset="-120"/>
                <a:sym typeface="+mn-ea"/>
              </a:rPr>
              <a:t>36:26-27 </a:t>
            </a:r>
            <a:r>
              <a:rPr lang="en-US" altLang="en-US" dirty="0"/>
              <a:t>Kamu akan Kuberikan hati yang baru, dan roh yang baru di dalam batinmu dan Aku akan menjauhkan dari tubuhmu hati yang keras dan Kuberikan kepadamu hati yang taat. Roh-Ku akan Kuberikan diam di dalam batinmu dan Aku akan membuat kamu hidup menurut segala ketetapan-Ku dan tetap berpegang pada peraturan-peraturan-Ku dan melakukannya.</a:t>
            </a:r>
            <a:endParaRPr lang="en-US" altLang="en-US" dirty="0"/>
          </a:p>
          <a:p>
            <a:endParaRPr lang="en-US" altLang="en-US" dirty="0"/>
          </a:p>
          <a:p>
            <a:r>
              <a:rPr lang="en-US" dirty="0">
                <a:solidFill>
                  <a:srgbClr val="2D59D5"/>
                </a:solidFill>
                <a:latin typeface="Arial" panose="020B0604020202020204" pitchFamily="34" charset="0"/>
                <a:ea typeface="Arial" panose="020B0604020202020204" pitchFamily="34" charset="-122"/>
                <a:cs typeface="Arial" panose="020B0604020202020204" pitchFamily="34" charset="-120"/>
                <a:sym typeface="+mn-ea"/>
              </a:rPr>
              <a:t>Yohanes</a:t>
            </a:r>
            <a:r>
              <a:rPr lang="en-US" dirty="0">
                <a:solidFill>
                  <a:srgbClr val="4161B8"/>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2D61D5"/>
                </a:solidFill>
                <a:latin typeface="Arial" panose="020B0604020202020204" pitchFamily="34" charset="0"/>
                <a:ea typeface="Arial" panose="020B0604020202020204" pitchFamily="34" charset="-122"/>
                <a:cs typeface="Arial" panose="020B0604020202020204" pitchFamily="34" charset="-120"/>
                <a:sym typeface="+mn-ea"/>
              </a:rPr>
              <a:t>1:12 </a:t>
            </a:r>
            <a:r>
              <a:rPr lang="en-US" altLang="en-US" dirty="0"/>
              <a:t>Tetapi semua orang yang menerima-Nya diberi-Nya kuasa supaya menjadi anak-anak Allah, yaitu mereka yang percaya dalam nama-Nya</a:t>
            </a:r>
            <a:endParaRPr lang="en-US" altLang="en-US" dirty="0"/>
          </a:p>
          <a:p>
            <a:endParaRPr lang="en-US" altLang="en-US" dirty="0"/>
          </a:p>
          <a:p>
            <a:r>
              <a:rPr lang="en-US" altLang="en-US" dirty="0"/>
              <a:t>Kolose 1:13 Ia telah melepaskan kita dari kuasa kegelapan dan memindahkan kita ke dalam Kerajaan Anak-Nya yang kekasih; di dalam Dia kita memiliki penebusan kita, yaitu pengampunan dosa.</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Roma 6:22 Tetapi sekarang, setelah kamu dimerdekakan dari dosa dan setelah kamu menjadi hamba Allah, kamu beroleh buah yang membawa kamu kepada pengudusan dan sebagai kesudahannya ialah hidup yang kekal.</a:t>
            </a:r>
            <a:endParaRPr lang="en-US" altLang="en-US" dirty="0"/>
          </a:p>
          <a:p>
            <a:endParaRPr lang="en-US" altLang="en-US" dirty="0"/>
          </a:p>
          <a:p>
            <a:r>
              <a:rPr lang="en-US" altLang="en-US" dirty="0"/>
              <a:t>Roma 6:11 Demikianlah hendaknya kamu memandangnya: bahwa kamu telah mati bagi dosa, tetapi kamu hidup bagi Allah dalam Kristus Yesus.</a:t>
            </a:r>
            <a:endParaRPr lang="en-US" altLang="en-US" dirty="0"/>
          </a:p>
          <a:p>
            <a:endParaRPr lang="en-US" altLang="en-US" dirty="0"/>
          </a:p>
          <a:p>
            <a:r>
              <a:rPr lang="en-US" altLang="en-US" dirty="0"/>
              <a:t>Roma 6:17-18 Tetapi syukurlah kepada Allah! Dahulu memang kamu hamba dosa, tetapi sekarang kamu dengan segenap hati telah mentaati pengajaran yang telah diteruskan kepadamu. 18Kamu telah dimerdekakan dari dosa dan menjadi hamba kebenaran.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0" Type="http://schemas.openxmlformats.org/officeDocument/2006/relationships/notesSlide" Target="../notesSlides/notesSlide7.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0.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png"/><Relationship Id="rId7" Type="http://schemas.openxmlformats.org/officeDocument/2006/relationships/image" Target="../media/image37.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9" Type="http://schemas.openxmlformats.org/officeDocument/2006/relationships/notesSlide" Target="../notesSlides/notesSlide10.xml"/><Relationship Id="rId18" Type="http://schemas.openxmlformats.org/officeDocument/2006/relationships/slideLayout" Target="../slideLayouts/slideLayout1.xml"/><Relationship Id="rId17" Type="http://schemas.openxmlformats.org/officeDocument/2006/relationships/image" Target="../media/image47.png"/><Relationship Id="rId16" Type="http://schemas.openxmlformats.org/officeDocument/2006/relationships/image" Target="../media/image46.png"/><Relationship Id="rId15" Type="http://schemas.openxmlformats.org/officeDocument/2006/relationships/image" Target="../media/image45.png"/><Relationship Id="rId14" Type="http://schemas.openxmlformats.org/officeDocument/2006/relationships/image" Target="../media/image44.png"/><Relationship Id="rId13" Type="http://schemas.openxmlformats.org/officeDocument/2006/relationships/image" Target="../media/image43.png"/><Relationship Id="rId12" Type="http://schemas.openxmlformats.org/officeDocument/2006/relationships/image" Target="../media/image42.png"/><Relationship Id="rId11" Type="http://schemas.openxmlformats.org/officeDocument/2006/relationships/image" Target="../media/image41.png"/><Relationship Id="rId10" Type="http://schemas.openxmlformats.org/officeDocument/2006/relationships/image" Target="../media/image40.pn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1" Type="http://schemas.openxmlformats.org/officeDocument/2006/relationships/notesSlide" Target="../notesSlides/notesSlide11.xml"/><Relationship Id="rId10" Type="http://schemas.openxmlformats.org/officeDocument/2006/relationships/slideLayout" Target="../slideLayouts/slideLayout1.xml"/><Relationship Id="rId1" Type="http://schemas.openxmlformats.org/officeDocument/2006/relationships/image" Target="../media/image4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171" b="171"/>
          <a:stretch>
            <a:fillRect/>
          </a:stretch>
        </p:blipFill>
        <p:spPr>
          <a:xfrm>
            <a:off x="5715000" y="0"/>
            <a:ext cx="3429000" cy="5143500"/>
          </a:xfrm>
          <a:prstGeom prst="rect">
            <a:avLst/>
          </a:prstGeom>
        </p:spPr>
      </p:pic>
      <p:sp>
        <p:nvSpPr>
          <p:cNvPr id="3" name="Text 0"/>
          <p:cNvSpPr/>
          <p:nvPr/>
        </p:nvSpPr>
        <p:spPr>
          <a:xfrm>
            <a:off x="496153" y="2133112"/>
            <a:ext cx="4722602" cy="443027"/>
          </a:xfrm>
          <a:prstGeom prst="rect">
            <a:avLst/>
          </a:prstGeom>
          <a:noFill/>
        </p:spPr>
        <p:txBody>
          <a:bodyPr wrap="square" lIns="0" tIns="0" rIns="0" bIns="0" rtlCol="0" anchor="ctr"/>
          <a:lstStyle/>
          <a:p>
            <a:pPr marL="0" indent="0" algn="l">
              <a:lnSpc>
                <a:spcPts val="3490"/>
              </a:lnSpc>
              <a:buNone/>
            </a:pPr>
            <a:r>
              <a:rPr lang="en-US" sz="2790" b="1" dirty="0">
                <a:solidFill>
                  <a:srgbClr val="000000"/>
                </a:solidFill>
                <a:latin typeface="Heebo" pitchFamily="34" charset="0"/>
                <a:ea typeface="Heebo" pitchFamily="34" charset="-122"/>
                <a:cs typeface="Heebo" pitchFamily="34" charset="-120"/>
              </a:rPr>
              <a:t>Kelahiran Baru</a:t>
            </a:r>
            <a:endParaRPr lang="en-US" sz="2790" dirty="0"/>
          </a:p>
        </p:txBody>
      </p:sp>
      <p:sp>
        <p:nvSpPr>
          <p:cNvPr id="4" name="Text 1"/>
          <p:cNvSpPr/>
          <p:nvPr/>
        </p:nvSpPr>
        <p:spPr>
          <a:xfrm>
            <a:off x="496153" y="2788829"/>
            <a:ext cx="4722602" cy="221468"/>
          </a:xfrm>
          <a:prstGeom prst="rect">
            <a:avLst/>
          </a:prstGeom>
          <a:noFill/>
        </p:spPr>
        <p:txBody>
          <a:bodyPr wrap="square" lIns="0" tIns="0" rIns="0" bIns="0" rtlCol="0" anchor="ctr"/>
          <a:lstStyle/>
          <a:p>
            <a:pPr marL="0" indent="0" algn="l">
              <a:lnSpc>
                <a:spcPts val="1745"/>
              </a:lnSpc>
              <a:buNone/>
            </a:pPr>
            <a:r>
              <a:rPr lang="en-US" sz="1395" b="1" dirty="0">
                <a:solidFill>
                  <a:srgbClr val="000000"/>
                </a:solidFill>
                <a:latin typeface="Heebo" pitchFamily="34" charset="0"/>
                <a:ea typeface="Heebo" pitchFamily="34" charset="-122"/>
                <a:cs typeface="Heebo" pitchFamily="34" charset="-120"/>
              </a:rPr>
              <a:t>Memahami Awal yang Baru dalam Iman Kristen</a:t>
            </a:r>
            <a:endParaRPr lang="en-US" sz="139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4138910" y="2071688"/>
            <a:ext cx="852785" cy="866180"/>
          </a:xfrm>
          <a:prstGeom prst="rect">
            <a:avLst/>
          </a:prstGeom>
        </p:spPr>
      </p:pic>
      <p:sp>
        <p:nvSpPr>
          <p:cNvPr id="4" name="Text 0"/>
          <p:cNvSpPr/>
          <p:nvPr/>
        </p:nvSpPr>
        <p:spPr>
          <a:xfrm>
            <a:off x="388441" y="442342"/>
            <a:ext cx="6554391" cy="483308"/>
          </a:xfrm>
          <a:prstGeom prst="rect">
            <a:avLst/>
          </a:prstGeom>
          <a:noFill/>
        </p:spPr>
        <p:txBody>
          <a:bodyPr wrap="none" lIns="0" tIns="0" rIns="0" bIns="0" rtlCol="0" anchor="t"/>
          <a:lstStyle/>
          <a:p>
            <a:pPr marL="0" indent="0" algn="l">
              <a:buNone/>
            </a:pPr>
            <a:r>
              <a:rPr lang="en-US" sz="304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Mengapa </a:t>
            </a:r>
            <a:r>
              <a:rPr lang="en-US" sz="304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Kelahiran</a:t>
            </a:r>
            <a:r>
              <a:rPr lang="en-US" sz="304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 Baru Itu Penting?</a:t>
            </a:r>
            <a:endParaRPr lang="en-US" sz="3045" dirty="0"/>
          </a:p>
        </p:txBody>
      </p:sp>
      <p:sp>
        <p:nvSpPr>
          <p:cNvPr id="5" name="Text 1"/>
          <p:cNvSpPr/>
          <p:nvPr/>
        </p:nvSpPr>
        <p:spPr>
          <a:xfrm>
            <a:off x="526852" y="1072417"/>
            <a:ext cx="5397996" cy="624223"/>
          </a:xfrm>
          <a:prstGeom prst="rect">
            <a:avLst/>
          </a:prstGeom>
          <a:noFill/>
        </p:spPr>
        <p:txBody>
          <a:bodyPr wrap="none" lIns="0" tIns="0" rIns="0" bIns="0" rtlCol="0" anchor="t"/>
          <a:lstStyle/>
          <a:p>
            <a:pPr marL="0" indent="0" algn="l">
              <a:buNone/>
            </a:pP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Kelahiran</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baru</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bukan sekadar</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istilah</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teologi,</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melainkan</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fondasi</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fundamental</a:t>
            </a:r>
            <a:endParaRPr lang="en-US" sz="1235" dirty="0"/>
          </a:p>
          <a:p>
            <a:pPr marL="0" indent="0" algn="l">
              <a:buNone/>
            </a:pP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bagi</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kehidupan seorang</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Kristen.</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Ini</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adalah</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titik awal</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yang mengubah</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segalanya.</a:t>
            </a:r>
            <a:endParaRPr lang="en-US" sz="1235" dirty="0"/>
          </a:p>
          <a:p>
            <a:pPr marL="0" indent="0" algn="l">
              <a:buNone/>
            </a:pP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Mari</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kita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lihat</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tiga</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alasan</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 </a:t>
            </a:r>
            <a:r>
              <a:rPr lang="en-US" sz="1235" dirty="0">
                <a:solidFill>
                  <a:srgbClr val="282727"/>
                </a:solidFill>
                <a:latin typeface="Arial" panose="020B0604020202020204" pitchFamily="34" charset="0"/>
                <a:ea typeface="Arial" panose="020B0604020202020204" pitchFamily="34" charset="-122"/>
                <a:cs typeface="Arial" panose="020B0604020202020204" pitchFamily="34" charset="-120"/>
              </a:rPr>
              <a:t>utamanya.</a:t>
            </a:r>
            <a:endParaRPr lang="en-US" sz="1235" dirty="0"/>
          </a:p>
        </p:txBody>
      </p:sp>
      <p:sp>
        <p:nvSpPr>
          <p:cNvPr id="6" name="Text 2"/>
          <p:cNvSpPr/>
          <p:nvPr/>
        </p:nvSpPr>
        <p:spPr>
          <a:xfrm>
            <a:off x="1544836" y="2195132"/>
            <a:ext cx="352723" cy="323040"/>
          </a:xfrm>
          <a:prstGeom prst="rect">
            <a:avLst/>
          </a:prstGeom>
          <a:noFill/>
        </p:spPr>
        <p:txBody>
          <a:bodyPr wrap="none" lIns="0" tIns="0" rIns="0" bIns="0" rtlCol="0" anchor="t"/>
          <a:lstStyle/>
          <a:p>
            <a:pPr marL="0" indent="0" algn="l">
              <a:buNone/>
            </a:pPr>
            <a:r>
              <a:rPr lang="en-US" sz="1915" dirty="0">
                <a:solidFill>
                  <a:srgbClr val="E9EDF9"/>
                </a:solidFill>
                <a:latin typeface="Courier New" panose="02070309020205020404" pitchFamily="34" charset="0"/>
                <a:ea typeface="Courier New" panose="02070309020205020404" pitchFamily="34" charset="-122"/>
                <a:cs typeface="Courier New" panose="02070309020205020404" pitchFamily="34" charset="-120"/>
              </a:rPr>
              <a:t>:</a:t>
            </a:r>
            <a:endParaRPr lang="en-US" sz="1915" dirty="0"/>
          </a:p>
        </p:txBody>
      </p:sp>
      <p:sp>
        <p:nvSpPr>
          <p:cNvPr id="7" name="Text 3"/>
          <p:cNvSpPr/>
          <p:nvPr/>
        </p:nvSpPr>
        <p:spPr>
          <a:xfrm>
            <a:off x="7416105" y="2483536"/>
            <a:ext cx="44648" cy="61425"/>
          </a:xfrm>
          <a:prstGeom prst="rect">
            <a:avLst/>
          </a:prstGeom>
          <a:noFill/>
        </p:spPr>
        <p:txBody>
          <a:bodyPr wrap="none" lIns="0" tIns="0" rIns="0" bIns="0" rtlCol="0" anchor="t"/>
          <a:lstStyle/>
          <a:p>
            <a:pPr marL="0" indent="0" algn="l">
              <a:buNone/>
            </a:pPr>
            <a:r>
              <a:rPr lang="en-US" sz="335" b="1" dirty="0">
                <a:solidFill>
                  <a:srgbClr val="E9E9F5"/>
                </a:solidFill>
                <a:latin typeface="Times New Roman" panose="02020603050405020304" pitchFamily="34" charset="0"/>
                <a:ea typeface="Times New Roman" panose="02020603050405020304" pitchFamily="34" charset="-122"/>
                <a:cs typeface="Times New Roman" panose="02020603050405020304" pitchFamily="34" charset="-120"/>
              </a:rPr>
              <a:t>LI</a:t>
            </a:r>
            <a:endParaRPr lang="en-US" sz="335" dirty="0"/>
          </a:p>
        </p:txBody>
      </p:sp>
      <p:sp>
        <p:nvSpPr>
          <p:cNvPr id="8" name="Text 4"/>
          <p:cNvSpPr/>
          <p:nvPr/>
        </p:nvSpPr>
        <p:spPr>
          <a:xfrm>
            <a:off x="687586" y="3248158"/>
            <a:ext cx="80367" cy="174652"/>
          </a:xfrm>
          <a:prstGeom prst="rect">
            <a:avLst/>
          </a:prstGeom>
          <a:noFill/>
        </p:spPr>
        <p:txBody>
          <a:bodyPr wrap="none" lIns="0" tIns="0" rIns="0" bIns="0" rtlCol="0" anchor="t"/>
          <a:lstStyle/>
          <a:p>
            <a:pPr marL="0" indent="0" algn="l">
              <a:buNone/>
            </a:pPr>
            <a:r>
              <a:rPr lang="en-US" sz="11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1</a:t>
            </a:r>
            <a:endParaRPr lang="en-US" sz="1100" dirty="0"/>
          </a:p>
        </p:txBody>
      </p:sp>
      <p:sp>
        <p:nvSpPr>
          <p:cNvPr id="9" name="Text 5"/>
          <p:cNvSpPr/>
          <p:nvPr/>
        </p:nvSpPr>
        <p:spPr>
          <a:xfrm>
            <a:off x="986730" y="3237506"/>
            <a:ext cx="1272480" cy="201569"/>
          </a:xfrm>
          <a:prstGeom prst="rect">
            <a:avLst/>
          </a:prstGeom>
          <a:noFill/>
        </p:spPr>
        <p:txBody>
          <a:bodyPr wrap="none" lIns="0" tIns="0" rIns="0" bIns="0" rtlCol="0" anchor="t"/>
          <a:lstStyle/>
          <a:p>
            <a:pPr marL="0" indent="0" algn="l">
              <a:buNone/>
            </a:pPr>
            <a:r>
              <a:rPr lang="en-US" sz="1270" b="1" dirty="0">
                <a:solidFill>
                  <a:srgbClr val="021731"/>
                </a:solidFill>
                <a:latin typeface="Arial" panose="020B0604020202020204" pitchFamily="34" charset="0"/>
                <a:ea typeface="Arial" panose="020B0604020202020204" pitchFamily="34" charset="-122"/>
                <a:cs typeface="Arial" panose="020B0604020202020204" pitchFamily="34" charset="-120"/>
              </a:rPr>
              <a:t>Hasil</a:t>
            </a:r>
            <a:r>
              <a:rPr lang="en-US" sz="1270" b="1" dirty="0">
                <a:solidFill>
                  <a:srgbClr val="021731"/>
                </a:solidFill>
                <a:latin typeface="Arial" panose="020B0604020202020204" pitchFamily="34" charset="0"/>
                <a:ea typeface="Arial" panose="020B0604020202020204" pitchFamily="34" charset="-122"/>
                <a:cs typeface="Arial" panose="020B0604020202020204" pitchFamily="34" charset="-120"/>
              </a:rPr>
              <a:t> </a:t>
            </a:r>
            <a:r>
              <a:rPr lang="en-US" sz="1270" b="1" dirty="0">
                <a:solidFill>
                  <a:srgbClr val="021731"/>
                </a:solidFill>
                <a:latin typeface="Arial" panose="020B0604020202020204" pitchFamily="34" charset="0"/>
                <a:ea typeface="Arial" panose="020B0604020202020204" pitchFamily="34" charset="-122"/>
                <a:cs typeface="Arial" panose="020B0604020202020204" pitchFamily="34" charset="-120"/>
              </a:rPr>
              <a:t>Pertobatan</a:t>
            </a:r>
            <a:endParaRPr lang="en-US" sz="1270" dirty="0"/>
          </a:p>
        </p:txBody>
      </p:sp>
      <p:sp>
        <p:nvSpPr>
          <p:cNvPr id="10" name="Text 6"/>
          <p:cNvSpPr/>
          <p:nvPr/>
        </p:nvSpPr>
        <p:spPr>
          <a:xfrm>
            <a:off x="3500438" y="3244538"/>
            <a:ext cx="107156" cy="231215"/>
          </a:xfrm>
          <a:prstGeom prst="rect">
            <a:avLst/>
          </a:prstGeom>
          <a:noFill/>
        </p:spPr>
        <p:txBody>
          <a:bodyPr wrap="none" lIns="0" tIns="0" rIns="0" bIns="0" rtlCol="0" anchor="t"/>
          <a:lstStyle/>
          <a:p>
            <a:pPr marL="0" indent="0" algn="l">
              <a:buNone/>
            </a:pPr>
            <a:r>
              <a:rPr lang="en-US" sz="1455" b="1" dirty="0">
                <a:solidFill>
                  <a:srgbClr val="FEFF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1" name="Text 7"/>
          <p:cNvSpPr/>
          <p:nvPr/>
        </p:nvSpPr>
        <p:spPr>
          <a:xfrm>
            <a:off x="3817441" y="3237150"/>
            <a:ext cx="1866305" cy="207132"/>
          </a:xfrm>
          <a:prstGeom prst="rect">
            <a:avLst/>
          </a:prstGeom>
          <a:noFill/>
        </p:spPr>
        <p:txBody>
          <a:bodyPr wrap="none" lIns="0" tIns="0" rIns="0" bIns="0" rtlCol="0" anchor="t"/>
          <a:lstStyle/>
          <a:p>
            <a:pPr marL="0" indent="0" algn="l">
              <a:buNone/>
            </a:pPr>
            <a:r>
              <a:rPr lang="en-US" sz="1305" b="1" dirty="0">
                <a:solidFill>
                  <a:srgbClr val="01142D"/>
                </a:solidFill>
                <a:latin typeface="Segoe UI" panose="020B0502040204020203" pitchFamily="34" charset="0"/>
                <a:ea typeface="Segoe UI" panose="020B0502040204020203" pitchFamily="34" charset="-122"/>
                <a:cs typeface="Segoe UI" panose="020B0502040204020203" pitchFamily="34" charset="-120"/>
              </a:rPr>
              <a:t>jembatan Kepada </a:t>
            </a:r>
            <a:r>
              <a:rPr lang="en-US" sz="1305" b="1" dirty="0">
                <a:solidFill>
                  <a:srgbClr val="01142D"/>
                </a:solidFill>
                <a:latin typeface="Segoe UI" panose="020B0502040204020203" pitchFamily="34" charset="0"/>
                <a:ea typeface="Segoe UI" panose="020B0502040204020203" pitchFamily="34" charset="-122"/>
                <a:cs typeface="Segoe UI" panose="020B0502040204020203" pitchFamily="34" charset="-120"/>
              </a:rPr>
              <a:t>Tuhan</a:t>
            </a:r>
            <a:endParaRPr lang="en-US" sz="1305" dirty="0"/>
          </a:p>
        </p:txBody>
      </p:sp>
      <p:sp>
        <p:nvSpPr>
          <p:cNvPr id="12" name="Text 8"/>
          <p:cNvSpPr/>
          <p:nvPr/>
        </p:nvSpPr>
        <p:spPr>
          <a:xfrm>
            <a:off x="6304359" y="3235314"/>
            <a:ext cx="111621" cy="235819"/>
          </a:xfrm>
          <a:prstGeom prst="rect">
            <a:avLst/>
          </a:prstGeom>
          <a:noFill/>
        </p:spPr>
        <p:txBody>
          <a:bodyPr wrap="none" lIns="0" tIns="0" rIns="0" bIns="0" rtlCol="0" anchor="t"/>
          <a:lstStyle/>
          <a:p>
            <a:pPr marL="0" indent="0" algn="l">
              <a:buNone/>
            </a:pPr>
            <a:r>
              <a:rPr lang="en-US" sz="1485"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85" dirty="0"/>
          </a:p>
        </p:txBody>
      </p:sp>
      <p:sp>
        <p:nvSpPr>
          <p:cNvPr id="13" name="Text 9"/>
          <p:cNvSpPr/>
          <p:nvPr/>
        </p:nvSpPr>
        <p:spPr>
          <a:xfrm>
            <a:off x="6621363" y="3237518"/>
            <a:ext cx="1067098" cy="201378"/>
          </a:xfrm>
          <a:prstGeom prst="rect">
            <a:avLst/>
          </a:prstGeom>
          <a:noFill/>
        </p:spPr>
        <p:txBody>
          <a:bodyPr wrap="none" lIns="0" tIns="0" rIns="0" bIns="0" rtlCol="0" anchor="t"/>
          <a:lstStyle/>
          <a:p>
            <a:pPr marL="0" indent="0" algn="l">
              <a:buNone/>
            </a:pPr>
            <a:r>
              <a:rPr lang="en-US" sz="1270" b="1" dirty="0">
                <a:solidFill>
                  <a:srgbClr val="01152C"/>
                </a:solidFill>
                <a:latin typeface="Segoe UI" panose="020B0502040204020203" pitchFamily="34" charset="0"/>
                <a:ea typeface="Segoe UI" panose="020B0502040204020203" pitchFamily="34" charset="-122"/>
                <a:cs typeface="Segoe UI" panose="020B0502040204020203" pitchFamily="34" charset="-120"/>
              </a:rPr>
              <a:t>Langkah</a:t>
            </a:r>
            <a:r>
              <a:rPr lang="en-US" sz="1270" b="1" dirty="0">
                <a:solidFill>
                  <a:srgbClr val="01152C"/>
                </a:solidFill>
                <a:latin typeface="Segoe UI" panose="020B0502040204020203" pitchFamily="34" charset="0"/>
                <a:ea typeface="Segoe UI" panose="020B0502040204020203" pitchFamily="34" charset="-122"/>
                <a:cs typeface="Segoe UI" panose="020B0502040204020203" pitchFamily="34" charset="-120"/>
              </a:rPr>
              <a:t> </a:t>
            </a:r>
            <a:r>
              <a:rPr lang="en-US" sz="1270" b="1" dirty="0">
                <a:solidFill>
                  <a:srgbClr val="01152C"/>
                </a:solidFill>
                <a:latin typeface="Segoe UI" panose="020B0502040204020203" pitchFamily="34" charset="0"/>
                <a:ea typeface="Segoe UI" panose="020B0502040204020203" pitchFamily="34" charset="-122"/>
                <a:cs typeface="Segoe UI" panose="020B0502040204020203" pitchFamily="34" charset="-120"/>
              </a:rPr>
              <a:t>Awal</a:t>
            </a:r>
            <a:endParaRPr lang="en-US" sz="1270" dirty="0"/>
          </a:p>
        </p:txBody>
      </p:sp>
      <p:sp>
        <p:nvSpPr>
          <p:cNvPr id="14" name="Text 10"/>
          <p:cNvSpPr/>
          <p:nvPr/>
        </p:nvSpPr>
        <p:spPr>
          <a:xfrm>
            <a:off x="562570" y="3627974"/>
            <a:ext cx="2236887" cy="600234"/>
          </a:xfrm>
          <a:prstGeom prst="rect">
            <a:avLst/>
          </a:prstGeom>
          <a:noFill/>
        </p:spPr>
        <p:txBody>
          <a:bodyPr wrap="none" lIns="0" tIns="0" rIns="0" bIns="0" rtlCol="0" anchor="t"/>
          <a:lstStyle/>
          <a:p>
            <a:pPr marL="0" indent="0" algn="l">
              <a:buNone/>
            </a:pP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Ini</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adalah buah dari</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pertobatan</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sejati</a:t>
            </a:r>
            <a:endParaRPr lang="en-US" sz="1070" dirty="0"/>
          </a:p>
          <a:p>
            <a:pPr marL="0" indent="0" algn="l">
              <a:buNone/>
            </a:pP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dan</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karya</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Roh</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Kudus</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yang</a:t>
            </a:r>
            <a:endParaRPr lang="en-US" sz="1070" dirty="0"/>
          </a:p>
          <a:p>
            <a:pPr marL="0" indent="0" algn="l">
              <a:buNone/>
            </a:pP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mengubah</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kita</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dari</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 </a:t>
            </a:r>
            <a:r>
              <a:rPr lang="en-US" sz="1070" dirty="0">
                <a:solidFill>
                  <a:srgbClr val="040303"/>
                </a:solidFill>
                <a:latin typeface="Arial" panose="020B0604020202020204" pitchFamily="34" charset="0"/>
                <a:ea typeface="Arial" panose="020B0604020202020204" pitchFamily="34" charset="-122"/>
                <a:cs typeface="Arial" panose="020B0604020202020204" pitchFamily="34" charset="-120"/>
              </a:rPr>
              <a:t>dalam.</a:t>
            </a:r>
            <a:endParaRPr lang="en-US" sz="1070" dirty="0"/>
          </a:p>
        </p:txBody>
      </p:sp>
      <p:sp>
        <p:nvSpPr>
          <p:cNvPr id="15" name="Text 11"/>
          <p:cNvSpPr/>
          <p:nvPr/>
        </p:nvSpPr>
        <p:spPr>
          <a:xfrm>
            <a:off x="3388816" y="3632211"/>
            <a:ext cx="2085082" cy="792449"/>
          </a:xfrm>
          <a:prstGeom prst="rect">
            <a:avLst/>
          </a:prstGeom>
          <a:noFill/>
        </p:spPr>
        <p:txBody>
          <a:bodyPr wrap="none" lIns="0" tIns="0" rIns="0" bIns="0" rtlCol="0" anchor="t"/>
          <a:lstStyle/>
          <a:p>
            <a:pPr marL="0" indent="0" algn="l">
              <a:buNone/>
            </a:pP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Kelahiran</a:t>
            </a: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 </a:t>
            </a: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baru</a:t>
            </a: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 memampukan </a:t>
            </a: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kita</a:t>
            </a:r>
            <a:endParaRPr lang="en-US" sz="1095" dirty="0"/>
          </a:p>
          <a:p>
            <a:pPr marL="0" indent="0" algn="l">
              <a:buNone/>
            </a:pP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untuk</a:t>
            </a:r>
            <a:r>
              <a:rPr lang="en-US" sz="1095" dirty="0">
                <a:solidFill>
                  <a:srgbClr val="050505"/>
                </a:solidFill>
                <a:latin typeface="Arial" panose="020B0604020202020204" pitchFamily="34" charset="0"/>
                <a:ea typeface="Arial" panose="020B0604020202020204" pitchFamily="34" charset="-122"/>
                <a:cs typeface="Arial" panose="020B0604020202020204" pitchFamily="34" charset="-120"/>
              </a:rPr>
              <a:t> bersekutu dengan Tuhan</a:t>
            </a:r>
            <a:endParaRPr lang="en-US" sz="1095" dirty="0"/>
          </a:p>
        </p:txBody>
      </p:sp>
      <p:sp>
        <p:nvSpPr>
          <p:cNvPr id="16" name="Text 12"/>
          <p:cNvSpPr/>
          <p:nvPr/>
        </p:nvSpPr>
        <p:spPr>
          <a:xfrm>
            <a:off x="6197203" y="3628057"/>
            <a:ext cx="2174379" cy="604614"/>
          </a:xfrm>
          <a:prstGeom prst="rect">
            <a:avLst/>
          </a:prstGeom>
          <a:noFill/>
        </p:spPr>
        <p:txBody>
          <a:bodyPr wrap="none" lIns="0" tIns="0" rIns="0" bIns="0" rtlCol="0" anchor="t"/>
          <a:lstStyle/>
          <a:p>
            <a:pPr marL="0" indent="0" algn="l">
              <a:buNone/>
            </a:pP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Ini</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adalah</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gerbang atau</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langkah</a:t>
            </a:r>
            <a:endParaRPr lang="en-US" sz="1060" dirty="0"/>
          </a:p>
          <a:p>
            <a:pPr marL="0" indent="0" algn="l">
              <a:buNone/>
            </a:pP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pertama untuk memulai</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perialanen</a:t>
            </a:r>
            <a:endParaRPr lang="en-US" sz="1060" dirty="0"/>
          </a:p>
          <a:p>
            <a:pPr marL="0" indent="0" algn="l">
              <a:buNone/>
            </a:pP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sebagai</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seorang Kristen</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yang</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50405"/>
                </a:solidFill>
                <a:latin typeface="Arial" panose="020B0604020202020204" pitchFamily="34" charset="0"/>
                <a:ea typeface="Arial" panose="020B0604020202020204" pitchFamily="34" charset="-122"/>
                <a:cs typeface="Arial" panose="020B0604020202020204" pitchFamily="34" charset="-120"/>
              </a:rPr>
              <a:t>sejati.</a:t>
            </a:r>
            <a:endParaRPr lang="en-US" sz="10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772418" y="2138660"/>
            <a:ext cx="401836" cy="491133"/>
          </a:xfrm>
          <a:prstGeom prst="rect">
            <a:avLst/>
          </a:prstGeom>
        </p:spPr>
      </p:pic>
      <p:pic>
        <p:nvPicPr>
          <p:cNvPr id="4" name="Image 2" descr="visual 3"/>
          <p:cNvPicPr>
            <a:picLocks noChangeAspect="1"/>
          </p:cNvPicPr>
          <p:nvPr/>
        </p:nvPicPr>
        <p:blipFill>
          <a:blip r:embed="rId3"/>
          <a:stretch>
            <a:fillRect/>
          </a:stretch>
        </p:blipFill>
        <p:spPr>
          <a:xfrm>
            <a:off x="607219" y="2035969"/>
            <a:ext cx="727770" cy="718840"/>
          </a:xfrm>
          <a:prstGeom prst="rect">
            <a:avLst/>
          </a:prstGeom>
        </p:spPr>
      </p:pic>
      <p:sp>
        <p:nvSpPr>
          <p:cNvPr id="5" name="Text 0"/>
          <p:cNvSpPr/>
          <p:nvPr/>
        </p:nvSpPr>
        <p:spPr>
          <a:xfrm>
            <a:off x="495598" y="335554"/>
            <a:ext cx="6179344" cy="477554"/>
          </a:xfrm>
          <a:prstGeom prst="rect">
            <a:avLst/>
          </a:prstGeom>
          <a:noFill/>
        </p:spPr>
        <p:txBody>
          <a:bodyPr wrap="none" lIns="0" tIns="0" rIns="0" bIns="0" rtlCol="0" anchor="t"/>
          <a:lstStyle/>
          <a:p>
            <a:pPr marL="0" indent="0" algn="l">
              <a:buNone/>
            </a:pPr>
            <a:r>
              <a:rPr lang="en-US" sz="301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Bagaimana </a:t>
            </a:r>
            <a:r>
              <a:rPr lang="en-US" sz="301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Kelahiran</a:t>
            </a:r>
            <a:r>
              <a:rPr lang="en-US" sz="301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 Baru </a:t>
            </a:r>
            <a:r>
              <a:rPr lang="en-US" sz="301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Terjadi?</a:t>
            </a:r>
            <a:endParaRPr lang="en-US" sz="3010" dirty="0"/>
          </a:p>
        </p:txBody>
      </p:sp>
      <p:sp>
        <p:nvSpPr>
          <p:cNvPr id="6" name="Text 1"/>
          <p:cNvSpPr/>
          <p:nvPr/>
        </p:nvSpPr>
        <p:spPr>
          <a:xfrm>
            <a:off x="598289" y="1305223"/>
            <a:ext cx="84832" cy="186035"/>
          </a:xfrm>
          <a:prstGeom prst="rect">
            <a:avLst/>
          </a:prstGeom>
          <a:noFill/>
        </p:spPr>
        <p:txBody>
          <a:bodyPr wrap="none" lIns="0" tIns="0" rIns="0" bIns="0" rtlCol="0" anchor="t"/>
          <a:lstStyle/>
          <a:p>
            <a:pPr marL="0" indent="0" algn="l">
              <a:buNone/>
            </a:pPr>
            <a:r>
              <a:rPr lang="en-US" sz="1170" b="1" dirty="0">
                <a:solidFill>
                  <a:srgbClr val="FCFDFD"/>
                </a:solidFill>
                <a:latin typeface="Segoe UI" panose="020B0502040204020203" pitchFamily="34" charset="0"/>
                <a:ea typeface="Segoe UI" panose="020B0502040204020203" pitchFamily="34" charset="-122"/>
                <a:cs typeface="Segoe UI" panose="020B0502040204020203" pitchFamily="34" charset="-120"/>
              </a:rPr>
              <a:t>1</a:t>
            </a:r>
            <a:endParaRPr lang="en-US" sz="1170" dirty="0"/>
          </a:p>
        </p:txBody>
      </p:sp>
      <p:sp>
        <p:nvSpPr>
          <p:cNvPr id="7" name="Text 2"/>
          <p:cNvSpPr/>
          <p:nvPr/>
        </p:nvSpPr>
        <p:spPr>
          <a:xfrm>
            <a:off x="924223" y="1280812"/>
            <a:ext cx="3603129" cy="218639"/>
          </a:xfrm>
          <a:prstGeom prst="rect">
            <a:avLst/>
          </a:prstGeom>
          <a:noFill/>
        </p:spPr>
        <p:txBody>
          <a:bodyPr wrap="none" lIns="0" tIns="0" rIns="0" bIns="0" rtlCol="0" anchor="t"/>
          <a:lstStyle/>
          <a:p>
            <a:pPr marL="0" indent="0" algn="l">
              <a:buNone/>
            </a:pPr>
            <a:r>
              <a:rPr lang="en-US" sz="137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Karena Anugerah Tuhan, Bukan</a:t>
            </a:r>
            <a:r>
              <a:rPr lang="en-US" sz="137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 </a:t>
            </a:r>
            <a:r>
              <a:rPr lang="en-US" sz="137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Usaha</a:t>
            </a:r>
            <a:r>
              <a:rPr lang="en-US" sz="137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 </a:t>
            </a:r>
            <a:r>
              <a:rPr lang="en-US" sz="1375" b="1" dirty="0">
                <a:solidFill>
                  <a:srgbClr val="000000"/>
                </a:solidFill>
                <a:latin typeface="Segoe UI" panose="020B0502040204020203" pitchFamily="34" charset="0"/>
                <a:ea typeface="Segoe UI" panose="020B0502040204020203" pitchFamily="34" charset="-122"/>
                <a:cs typeface="Segoe UI" panose="020B0502040204020203" pitchFamily="34" charset="-120"/>
              </a:rPr>
              <a:t>Kita</a:t>
            </a:r>
            <a:endParaRPr lang="en-US" sz="1375" dirty="0"/>
          </a:p>
        </p:txBody>
      </p:sp>
      <p:sp>
        <p:nvSpPr>
          <p:cNvPr id="8" name="Text 3"/>
          <p:cNvSpPr/>
          <p:nvPr/>
        </p:nvSpPr>
        <p:spPr>
          <a:xfrm>
            <a:off x="1589484" y="1856731"/>
            <a:ext cx="2750344" cy="152449"/>
          </a:xfrm>
          <a:prstGeom prst="rect">
            <a:avLst/>
          </a:prstGeom>
          <a:noFill/>
        </p:spPr>
        <p:txBody>
          <a:bodyPr wrap="none" lIns="0" tIns="0" rIns="0" bIns="0" rtlCol="0" anchor="t"/>
          <a:lstStyle/>
          <a:p>
            <a:pPr marL="0" indent="0" algn="l">
              <a:buNone/>
            </a:pP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Penting </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untuk </a:t>
            </a:r>
            <a:r>
              <a:rPr lang="en-US" sz="1040" dirty="0">
                <a:solidFill>
                  <a:srgbClr val="141315"/>
                </a:solidFill>
                <a:latin typeface="Segoe UI" panose="020B0502040204020203" pitchFamily="34" charset="0"/>
                <a:ea typeface="Segoe UI" panose="020B0502040204020203" pitchFamily="34" charset="-122"/>
                <a:cs typeface="Segoe UI" panose="020B0502040204020203" pitchFamily="34" charset="-120"/>
              </a:rPr>
              <a:t>dipahami </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bahwa</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kelahiran</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baru</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41315"/>
                </a:solidFill>
                <a:latin typeface="Segoe UI" panose="020B0502040204020203" pitchFamily="34" charset="0"/>
                <a:ea typeface="Segoe UI" panose="020B0502040204020203" pitchFamily="34" charset="-122"/>
                <a:cs typeface="Segoe UI" panose="020B0502040204020203" pitchFamily="34" charset="-120"/>
              </a:rPr>
              <a:t>adalah</a:t>
            </a:r>
            <a:endParaRPr lang="en-US" sz="940" dirty="0"/>
          </a:p>
        </p:txBody>
      </p:sp>
      <p:sp>
        <p:nvSpPr>
          <p:cNvPr id="9" name="Text 4"/>
          <p:cNvSpPr/>
          <p:nvPr/>
        </p:nvSpPr>
        <p:spPr>
          <a:xfrm>
            <a:off x="1581864" y="2018779"/>
            <a:ext cx="3210223" cy="137979"/>
          </a:xfrm>
          <a:prstGeom prst="rect">
            <a:avLst/>
          </a:prstGeom>
          <a:noFill/>
        </p:spPr>
        <p:txBody>
          <a:bodyPr wrap="none" lIns="0" tIns="0" rIns="0" bIns="0" rtlCol="0" anchor="t"/>
          <a:lstStyle/>
          <a:p>
            <a:pPr marL="0" indent="0" algn="l">
              <a:buNone/>
            </a:pPr>
            <a:r>
              <a:rPr lang="en-US" sz="1040" b="1" dirty="0">
                <a:solidFill>
                  <a:srgbClr val="195DBD"/>
                </a:solidFill>
                <a:latin typeface="Segoe UI" panose="020B0502040204020203" pitchFamily="34" charset="0"/>
                <a:ea typeface="Segoe UI" panose="020B0502040204020203" pitchFamily="34" charset="-122"/>
                <a:cs typeface="Segoe UI" panose="020B0502040204020203" pitchFamily="34" charset="-120"/>
              </a:rPr>
              <a:t>100%</a:t>
            </a:r>
            <a:r>
              <a:rPr lang="en-US" sz="1040" b="1" dirty="0">
                <a:solidFill>
                  <a:srgbClr val="2E5B9F"/>
                </a:solidFill>
                <a:latin typeface="Segoe UI" panose="020B0502040204020203" pitchFamily="34" charset="0"/>
                <a:ea typeface="Segoe UI" panose="020B0502040204020203" pitchFamily="34" charset="-122"/>
                <a:cs typeface="Segoe UI" panose="020B0502040204020203" pitchFamily="34" charset="-120"/>
              </a:rPr>
              <a:t> </a:t>
            </a:r>
            <a:r>
              <a:rPr lang="en-US" sz="1040" b="1" dirty="0">
                <a:solidFill>
                  <a:srgbClr val="1555B5"/>
                </a:solidFill>
                <a:latin typeface="Segoe UI" panose="020B0502040204020203" pitchFamily="34" charset="0"/>
                <a:ea typeface="Segoe UI" panose="020B0502040204020203" pitchFamily="34" charset="-122"/>
                <a:cs typeface="Segoe UI" panose="020B0502040204020203" pitchFamily="34" charset="-120"/>
              </a:rPr>
              <a:t>anugerah</a:t>
            </a:r>
            <a:r>
              <a:rPr lang="en-US" sz="1040" b="1" dirty="0">
                <a:solidFill>
                  <a:srgbClr val="1859AD"/>
                </a:solidFill>
                <a:latin typeface="Segoe UI" panose="020B0502040204020203" pitchFamily="34" charset="0"/>
                <a:ea typeface="Segoe UI" panose="020B0502040204020203" pitchFamily="34" charset="-122"/>
                <a:cs typeface="Segoe UI" panose="020B0502040204020203" pitchFamily="34" charset="-120"/>
              </a:rPr>
              <a:t> </a:t>
            </a:r>
            <a:r>
              <a:rPr lang="en-US" sz="1040" b="1" dirty="0">
                <a:solidFill>
                  <a:srgbClr val="1155B5"/>
                </a:solidFill>
                <a:latin typeface="Segoe UI" panose="020B0502040204020203" pitchFamily="34" charset="0"/>
                <a:ea typeface="Segoe UI" panose="020B0502040204020203" pitchFamily="34" charset="-122"/>
                <a:cs typeface="Segoe UI" panose="020B0502040204020203" pitchFamily="34" charset="-120"/>
              </a:rPr>
              <a:t>dari</a:t>
            </a:r>
            <a:r>
              <a:rPr lang="en-US" sz="1040" b="1" dirty="0">
                <a:solidFill>
                  <a:srgbClr val="1856AB"/>
                </a:solidFill>
                <a:latin typeface="Segoe UI" panose="020B0502040204020203" pitchFamily="34" charset="0"/>
                <a:ea typeface="Segoe UI" panose="020B0502040204020203" pitchFamily="34" charset="-122"/>
                <a:cs typeface="Segoe UI" panose="020B0502040204020203" pitchFamily="34" charset="-120"/>
              </a:rPr>
              <a:t> </a:t>
            </a:r>
            <a:r>
              <a:rPr lang="en-US" sz="1040" b="1" dirty="0">
                <a:solidFill>
                  <a:srgbClr val="1559B9"/>
                </a:solidFill>
                <a:latin typeface="Segoe UI" panose="020B0502040204020203" pitchFamily="34" charset="0"/>
                <a:ea typeface="Segoe UI" panose="020B0502040204020203" pitchFamily="34" charset="-122"/>
                <a:cs typeface="Segoe UI" panose="020B0502040204020203" pitchFamily="34" charset="-120"/>
              </a:rPr>
              <a:t>Tuhan.</a:t>
            </a:r>
            <a:r>
              <a:rPr lang="en-US" sz="1040" b="1" dirty="0">
                <a:solidFill>
                  <a:srgbClr val="1F56A8"/>
                </a:solidFill>
                <a:latin typeface="Segoe UI" panose="020B0502040204020203" pitchFamily="34" charset="0"/>
                <a:ea typeface="Segoe UI" panose="020B0502040204020203" pitchFamily="34" charset="-122"/>
                <a:cs typeface="Segoe UI" panose="020B0502040204020203" pitchFamily="34" charset="-120"/>
              </a:rPr>
              <a:t> </a:t>
            </a:r>
            <a:r>
              <a:rPr lang="en-US" sz="1040" dirty="0">
                <a:solidFill>
                  <a:srgbClr val="212525"/>
                </a:solidFill>
                <a:latin typeface="Segoe UI" panose="020B0502040204020203" pitchFamily="34" charset="0"/>
                <a:ea typeface="Segoe UI" panose="020B0502040204020203" pitchFamily="34" charset="-122"/>
                <a:cs typeface="Segoe UI" panose="020B0502040204020203" pitchFamily="34" charset="-120"/>
              </a:rPr>
              <a:t>Ini</a:t>
            </a:r>
            <a:r>
              <a:rPr lang="en-US" sz="1040" dirty="0">
                <a:solidFill>
                  <a:srgbClr val="25262A"/>
                </a:solidFill>
                <a:latin typeface="Segoe UI" panose="020B0502040204020203" pitchFamily="34" charset="0"/>
                <a:ea typeface="Segoe UI" panose="020B0502040204020203" pitchFamily="34" charset="-122"/>
                <a:cs typeface="Segoe UI" panose="020B0502040204020203" pitchFamily="34" charset="-120"/>
              </a:rPr>
              <a:t> </a:t>
            </a:r>
            <a:r>
              <a:rPr lang="en-US" sz="1040" dirty="0">
                <a:solidFill>
                  <a:srgbClr val="252529"/>
                </a:solidFill>
                <a:latin typeface="Segoe UI" panose="020B0502040204020203" pitchFamily="34" charset="0"/>
                <a:ea typeface="Segoe UI" panose="020B0502040204020203" pitchFamily="34" charset="-122"/>
                <a:cs typeface="Segoe UI" panose="020B0502040204020203" pitchFamily="34" charset="-120"/>
              </a:rPr>
              <a:t>bukan</a:t>
            </a:r>
            <a:r>
              <a:rPr lang="en-US" sz="1040" dirty="0">
                <a:solidFill>
                  <a:srgbClr val="343539"/>
                </a:solidFill>
                <a:latin typeface="Segoe UI" panose="020B0502040204020203" pitchFamily="34" charset="0"/>
                <a:ea typeface="Segoe UI" panose="020B0502040204020203" pitchFamily="34" charset="-122"/>
                <a:cs typeface="Segoe UI" panose="020B0502040204020203" pitchFamily="34" charset="-120"/>
              </a:rPr>
              <a:t> </a:t>
            </a:r>
            <a:r>
              <a:rPr lang="en-US" sz="1040" dirty="0">
                <a:solidFill>
                  <a:srgbClr val="292929"/>
                </a:solidFill>
                <a:latin typeface="Segoe UI" panose="020B0502040204020203" pitchFamily="34" charset="0"/>
                <a:ea typeface="Segoe UI" panose="020B0502040204020203" pitchFamily="34" charset="-122"/>
                <a:cs typeface="Segoe UI" panose="020B0502040204020203" pitchFamily="34" charset="-120"/>
              </a:rPr>
              <a:t>sesuatu</a:t>
            </a:r>
            <a:endParaRPr lang="en-US" sz="1040" dirty="0">
              <a:solidFill>
                <a:srgbClr val="292929"/>
              </a:solidFill>
              <a:latin typeface="Segoe UI" panose="020B0502040204020203" pitchFamily="34" charset="0"/>
              <a:ea typeface="Segoe UI" panose="020B0502040204020203" pitchFamily="34" charset="-122"/>
              <a:cs typeface="Segoe UI" panose="020B0502040204020203" pitchFamily="34" charset="-120"/>
            </a:endParaRPr>
          </a:p>
        </p:txBody>
      </p:sp>
      <p:sp>
        <p:nvSpPr>
          <p:cNvPr id="10" name="Text 5"/>
          <p:cNvSpPr/>
          <p:nvPr/>
        </p:nvSpPr>
        <p:spPr>
          <a:xfrm>
            <a:off x="1583710" y="2161758"/>
            <a:ext cx="3098602" cy="550188"/>
          </a:xfrm>
          <a:prstGeom prst="rect">
            <a:avLst/>
          </a:prstGeom>
          <a:noFill/>
        </p:spPr>
        <p:txBody>
          <a:bodyPr wrap="none" lIns="0" tIns="0" rIns="0" bIns="0" rtlCol="0" anchor="t"/>
          <a:lstStyle/>
          <a:p>
            <a:pPr marL="0" indent="0" algn="l">
              <a:buNone/>
            </a:pP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yang</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bisa</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kita</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usahakan atau</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dapatkan</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dengan</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 </a:t>
            </a:r>
            <a:r>
              <a:rPr lang="en-US" sz="980" dirty="0">
                <a:solidFill>
                  <a:srgbClr val="131314"/>
                </a:solidFill>
                <a:latin typeface="Tahoma" panose="020B0604030504040204" pitchFamily="34" charset="0"/>
                <a:ea typeface="Tahoma" panose="020B0604030504040204" pitchFamily="34" charset="-122"/>
                <a:cs typeface="Tahoma" panose="020B0604030504040204" pitchFamily="34" charset="-120"/>
              </a:rPr>
              <a:t>perbuatan</a:t>
            </a:r>
            <a:endParaRPr lang="en-US" sz="980" dirty="0"/>
          </a:p>
          <a:p>
            <a:pPr marL="0" indent="0" algn="l">
              <a:buNone/>
            </a:pP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baik, melainkan</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sebuah</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pemberian</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cuma-cuma</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yang</a:t>
            </a:r>
            <a:endParaRPr lang="en-US" sz="980" dirty="0"/>
          </a:p>
          <a:p>
            <a:pPr marL="0" indent="0" algn="l">
              <a:buNone/>
            </a:pP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dikerjakan</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oleh</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Roh</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 </a:t>
            </a:r>
            <a:r>
              <a:rPr lang="en-US" sz="980" dirty="0">
                <a:solidFill>
                  <a:srgbClr val="131314"/>
                </a:solidFill>
                <a:latin typeface="Arial" panose="020B0604020202020204" pitchFamily="34" charset="0"/>
                <a:ea typeface="Arial" panose="020B0604020202020204" pitchFamily="34" charset="-122"/>
                <a:cs typeface="Arial" panose="020B0604020202020204" pitchFamily="34" charset="-120"/>
              </a:rPr>
              <a:t>Kudus.</a:t>
            </a:r>
            <a:endParaRPr lang="en-US" sz="980" dirty="0"/>
          </a:p>
        </p:txBody>
      </p:sp>
      <p:sp>
        <p:nvSpPr>
          <p:cNvPr id="11" name="Text 6"/>
          <p:cNvSpPr/>
          <p:nvPr/>
        </p:nvSpPr>
        <p:spPr>
          <a:xfrm>
            <a:off x="1384102" y="3343830"/>
            <a:ext cx="1071563" cy="214564"/>
          </a:xfrm>
          <a:prstGeom prst="rect">
            <a:avLst/>
          </a:prstGeom>
          <a:noFill/>
        </p:spPr>
        <p:txBody>
          <a:bodyPr wrap="none" lIns="0" tIns="0" rIns="0" bIns="0" rtlCol="0" anchor="t"/>
          <a:lstStyle/>
          <a:p>
            <a:pPr marL="0" indent="0" algn="l">
              <a:buNone/>
            </a:pPr>
            <a:r>
              <a:rPr lang="en-US" sz="1350" b="1" dirty="0">
                <a:solidFill>
                  <a:srgbClr val="0B52B5"/>
                </a:solidFill>
                <a:latin typeface="Segoe UI" panose="020B0502040204020203" pitchFamily="34" charset="0"/>
                <a:ea typeface="Segoe UI" panose="020B0502040204020203" pitchFamily="34" charset="-122"/>
                <a:cs typeface="Segoe UI" panose="020B0502040204020203" pitchFamily="34" charset="-120"/>
              </a:rPr>
              <a:t>Titus</a:t>
            </a:r>
            <a:r>
              <a:rPr lang="en-US" sz="1350" b="1" dirty="0">
                <a:solidFill>
                  <a:srgbClr val="0B52B5"/>
                </a:solidFill>
                <a:latin typeface="Segoe UI" panose="020B0502040204020203" pitchFamily="34" charset="0"/>
                <a:ea typeface="Segoe UI" panose="020B0502040204020203" pitchFamily="34" charset="-122"/>
                <a:cs typeface="Segoe UI" panose="020B0502040204020203" pitchFamily="34" charset="-120"/>
              </a:rPr>
              <a:t> </a:t>
            </a:r>
            <a:r>
              <a:rPr lang="en-US" sz="1350" b="1" dirty="0">
                <a:solidFill>
                  <a:srgbClr val="0B52B5"/>
                </a:solidFill>
                <a:latin typeface="Segoe UI" panose="020B0502040204020203" pitchFamily="34" charset="0"/>
                <a:ea typeface="Segoe UI" panose="020B0502040204020203" pitchFamily="34" charset="-122"/>
                <a:cs typeface="Segoe UI" panose="020B0502040204020203" pitchFamily="34" charset="-120"/>
              </a:rPr>
              <a:t>3:5</a:t>
            </a:r>
            <a:r>
              <a:rPr lang="en-US" sz="1350" b="1" dirty="0">
                <a:solidFill>
                  <a:srgbClr val="0B52B5"/>
                </a:solidFill>
                <a:latin typeface="Segoe UI" panose="020B0502040204020203" pitchFamily="34" charset="0"/>
                <a:ea typeface="Segoe UI" panose="020B0502040204020203" pitchFamily="34" charset="-122"/>
                <a:cs typeface="Segoe UI" panose="020B0502040204020203" pitchFamily="34" charset="-120"/>
              </a:rPr>
              <a:t> </a:t>
            </a:r>
            <a:r>
              <a:rPr lang="en-US" sz="1350" b="1" dirty="0">
                <a:solidFill>
                  <a:srgbClr val="0B52B5"/>
                </a:solidFill>
                <a:latin typeface="Segoe UI" panose="020B0502040204020203" pitchFamily="34" charset="0"/>
                <a:ea typeface="Segoe UI" panose="020B0502040204020203" pitchFamily="34" charset="-122"/>
                <a:cs typeface="Segoe UI" panose="020B0502040204020203" pitchFamily="34" charset="-120"/>
              </a:rPr>
              <a:t>(TB)</a:t>
            </a:r>
            <a:endParaRPr lang="en-US" sz="1350" dirty="0"/>
          </a:p>
        </p:txBody>
      </p:sp>
      <p:sp>
        <p:nvSpPr>
          <p:cNvPr id="12" name="Text 7"/>
          <p:cNvSpPr/>
          <p:nvPr/>
        </p:nvSpPr>
        <p:spPr>
          <a:xfrm>
            <a:off x="776883" y="3665887"/>
            <a:ext cx="187523" cy="218527"/>
          </a:xfrm>
          <a:prstGeom prst="rect">
            <a:avLst/>
          </a:prstGeom>
          <a:noFill/>
        </p:spPr>
        <p:txBody>
          <a:bodyPr wrap="none" lIns="0" tIns="0" rIns="0" bIns="0" rtlCol="0" anchor="t"/>
          <a:lstStyle/>
          <a:p>
            <a:pPr marL="0" indent="0" algn="l">
              <a:buNone/>
            </a:pPr>
            <a:r>
              <a:rPr lang="en-US" sz="1295" b="1" dirty="0">
                <a:solidFill>
                  <a:srgbClr val="FDFDFE"/>
                </a:solidFill>
                <a:latin typeface="Tahoma" panose="020B0604030504040204" pitchFamily="34" charset="0"/>
                <a:ea typeface="Tahoma" panose="020B0604030504040204" pitchFamily="34" charset="-122"/>
                <a:cs typeface="Tahoma" panose="020B0604030504040204" pitchFamily="34" charset="-120"/>
              </a:rPr>
              <a:t>+</a:t>
            </a:r>
            <a:endParaRPr lang="en-US" sz="1295" dirty="0"/>
          </a:p>
        </p:txBody>
      </p:sp>
      <p:sp>
        <p:nvSpPr>
          <p:cNvPr id="13" name="Text 8"/>
          <p:cNvSpPr/>
          <p:nvPr/>
        </p:nvSpPr>
        <p:spPr>
          <a:xfrm>
            <a:off x="1397496" y="3678877"/>
            <a:ext cx="3089672" cy="151959"/>
          </a:xfrm>
          <a:prstGeom prst="rect">
            <a:avLst/>
          </a:prstGeom>
          <a:noFill/>
        </p:spPr>
        <p:txBody>
          <a:bodyPr wrap="none" lIns="0" tIns="0" rIns="0" bIns="0" rtlCol="0" anchor="t"/>
          <a:lstStyle/>
          <a:p>
            <a:pPr marL="0" indent="0" algn="l">
              <a:buNone/>
            </a:pPr>
            <a:r>
              <a:rPr lang="en-US" sz="895" b="1" i="1" dirty="0">
                <a:solidFill>
                  <a:srgbClr val="1155B1"/>
                </a:solidFill>
                <a:latin typeface="Segoe UI" panose="020B0502040204020203" pitchFamily="34" charset="0"/>
                <a:ea typeface="Segoe UI" panose="020B0502040204020203" pitchFamily="34" charset="-122"/>
                <a:cs typeface="Segoe UI" panose="020B0502040204020203" pitchFamily="34" charset="-120"/>
              </a:rPr>
              <a:t>"6</a:t>
            </a:r>
            <a:r>
              <a:rPr lang="en-US" sz="895" i="1" dirty="0">
                <a:solidFill>
                  <a:srgbClr val="272727"/>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797979"/>
                </a:solidFill>
                <a:latin typeface="Segoe UI" panose="020B0502040204020203" pitchFamily="34" charset="0"/>
                <a:ea typeface="Segoe UI" panose="020B0502040204020203" pitchFamily="34" charset="-122"/>
                <a:cs typeface="Segoe UI" panose="020B0502040204020203" pitchFamily="34" charset="-120"/>
              </a:rPr>
              <a:t>...</a:t>
            </a:r>
            <a:r>
              <a:rPr lang="en-US" sz="895" dirty="0">
                <a:solidFill>
                  <a:srgbClr val="272727"/>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91D"/>
                </a:solidFill>
                <a:latin typeface="Segoe UI" panose="020B0502040204020203" pitchFamily="34" charset="0"/>
                <a:ea typeface="Segoe UI" panose="020B0502040204020203" pitchFamily="34" charset="-122"/>
                <a:cs typeface="Segoe UI" panose="020B0502040204020203" pitchFamily="34" charset="-120"/>
              </a:rPr>
              <a:t>pada</a:t>
            </a:r>
            <a:r>
              <a:rPr lang="en-US" sz="895" dirty="0">
                <a:solidFill>
                  <a:srgbClr val="464646"/>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waktu</a:t>
            </a:r>
            <a:r>
              <a:rPr lang="en-US" sz="895" dirty="0">
                <a:solidFill>
                  <a:srgbClr val="272727"/>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919"/>
                </a:solidFill>
                <a:latin typeface="Segoe UI" panose="020B0502040204020203" pitchFamily="34" charset="0"/>
                <a:ea typeface="Segoe UI" panose="020B0502040204020203" pitchFamily="34" charset="-122"/>
                <a:cs typeface="Segoe UI" panose="020B0502040204020203" pitchFamily="34" charset="-120"/>
              </a:rPr>
              <a:t>itu</a:t>
            </a:r>
            <a:r>
              <a:rPr lang="en-US" sz="895" dirty="0">
                <a:solidFill>
                  <a:srgbClr val="2A282D"/>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212121"/>
                </a:solidFill>
                <a:latin typeface="Segoe UI" panose="020B0502040204020203" pitchFamily="34" charset="0"/>
                <a:ea typeface="Segoe UI" panose="020B0502040204020203" pitchFamily="34" charset="-122"/>
                <a:cs typeface="Segoe UI" panose="020B0502040204020203" pitchFamily="34" charset="-120"/>
              </a:rPr>
              <a:t>Dia</a:t>
            </a:r>
            <a:r>
              <a:rPr lang="en-US" sz="895" dirty="0">
                <a:solidFill>
                  <a:srgbClr val="201E1F"/>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telah</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menyelamatkan</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 </a:t>
            </a:r>
            <a:r>
              <a:rPr lang="en-US" sz="895" dirty="0">
                <a:solidFill>
                  <a:srgbClr val="1D1D1D"/>
                </a:solidFill>
                <a:latin typeface="Segoe UI" panose="020B0502040204020203" pitchFamily="34" charset="0"/>
                <a:ea typeface="Segoe UI" panose="020B0502040204020203" pitchFamily="34" charset="-122"/>
                <a:cs typeface="Segoe UI" panose="020B0502040204020203" pitchFamily="34" charset="-120"/>
              </a:rPr>
              <a:t>kita, bukan</a:t>
            </a:r>
            <a:endParaRPr lang="en-US" sz="895" dirty="0"/>
          </a:p>
        </p:txBody>
      </p:sp>
      <p:sp>
        <p:nvSpPr>
          <p:cNvPr id="14" name="Text 9"/>
          <p:cNvSpPr/>
          <p:nvPr/>
        </p:nvSpPr>
        <p:spPr>
          <a:xfrm>
            <a:off x="1518047" y="3888234"/>
            <a:ext cx="3241477" cy="572144"/>
          </a:xfrm>
          <a:prstGeom prst="rect">
            <a:avLst/>
          </a:prstGeom>
          <a:noFill/>
        </p:spPr>
        <p:txBody>
          <a:bodyPr wrap="none" lIns="0" tIns="0" rIns="0" bIns="0" rtlCol="0" anchor="t"/>
          <a:lstStyle/>
          <a:p>
            <a:pPr marL="0" indent="0" algn="l">
              <a:buNone/>
            </a:pPr>
            <a:r>
              <a:rPr lang="en-US" sz="940" dirty="0">
                <a:solidFill>
                  <a:srgbClr val="211D1D"/>
                </a:solidFill>
                <a:latin typeface="Segoe UI" panose="020B0502040204020203" pitchFamily="34" charset="0"/>
                <a:ea typeface="Segoe UI" panose="020B0502040204020203" pitchFamily="34" charset="-122"/>
                <a:cs typeface="Segoe UI" panose="020B0502040204020203" pitchFamily="34" charset="-120"/>
              </a:rPr>
              <a:t>karena</a:t>
            </a:r>
            <a:r>
              <a:rPr lang="en-US" sz="940" dirty="0">
                <a:solidFill>
                  <a:srgbClr val="313131"/>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21"/>
                </a:solidFill>
                <a:latin typeface="Segoe UI" panose="020B0502040204020203" pitchFamily="34" charset="0"/>
                <a:ea typeface="Segoe UI" panose="020B0502040204020203" pitchFamily="34" charset="-122"/>
                <a:cs typeface="Segoe UI" panose="020B0502040204020203" pitchFamily="34" charset="-120"/>
              </a:rPr>
              <a:t>perbuatan</a:t>
            </a:r>
            <a:r>
              <a:rPr lang="en-US" sz="940" dirty="0">
                <a:solidFill>
                  <a:srgbClr val="393939"/>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1D"/>
                </a:solidFill>
                <a:latin typeface="Segoe UI" panose="020B0502040204020203" pitchFamily="34" charset="0"/>
                <a:ea typeface="Segoe UI" panose="020B0502040204020203" pitchFamily="34" charset="-122"/>
                <a:cs typeface="Segoe UI" panose="020B0502040204020203" pitchFamily="34" charset="-120"/>
              </a:rPr>
              <a:t>baik</a:t>
            </a:r>
            <a:r>
              <a:rPr lang="en-US" sz="940" dirty="0">
                <a:solidFill>
                  <a:srgbClr val="434343"/>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1D21"/>
                </a:solidFill>
                <a:latin typeface="Segoe UI" panose="020B0502040204020203" pitchFamily="34" charset="0"/>
                <a:ea typeface="Segoe UI" panose="020B0502040204020203" pitchFamily="34" charset="-122"/>
                <a:cs typeface="Segoe UI" panose="020B0502040204020203" pitchFamily="34" charset="-120"/>
              </a:rPr>
              <a:t>yang</a:t>
            </a:r>
            <a:r>
              <a:rPr lang="en-US" sz="940" dirty="0">
                <a:solidFill>
                  <a:srgbClr val="505050"/>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1D"/>
                </a:solidFill>
                <a:latin typeface="Segoe UI" panose="020B0502040204020203" pitchFamily="34" charset="0"/>
                <a:ea typeface="Segoe UI" panose="020B0502040204020203" pitchFamily="34" charset="-122"/>
                <a:cs typeface="Segoe UI" panose="020B0502040204020203" pitchFamily="34" charset="-120"/>
              </a:rPr>
              <a:t>telah kita</a:t>
            </a:r>
            <a:r>
              <a:rPr lang="en-US" sz="940" dirty="0">
                <a:solidFill>
                  <a:srgbClr val="2D2D2D"/>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lakukan, tetapi</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 karena</a:t>
            </a:r>
            <a:endParaRPr lang="en-US" sz="940" dirty="0"/>
          </a:p>
          <a:p>
            <a:pPr marL="0" indent="0" algn="l">
              <a:buNone/>
            </a:pP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rahmat-Nya</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oleh</a:t>
            </a:r>
            <a:r>
              <a:rPr lang="en-US" sz="940" dirty="0">
                <a:solidFill>
                  <a:srgbClr val="21211F"/>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21"/>
                </a:solidFill>
                <a:latin typeface="Segoe UI" panose="020B0502040204020203" pitchFamily="34" charset="0"/>
                <a:ea typeface="Segoe UI" panose="020B0502040204020203" pitchFamily="34" charset="-122"/>
                <a:cs typeface="Segoe UI" panose="020B0502040204020203" pitchFamily="34" charset="-120"/>
              </a:rPr>
              <a:t>permandian</a:t>
            </a:r>
            <a:r>
              <a:rPr lang="en-US" sz="940" dirty="0">
                <a:solidFill>
                  <a:srgbClr val="272727"/>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kelahiran kembali</a:t>
            </a:r>
            <a:r>
              <a:rPr lang="en-US" sz="940" dirty="0">
                <a:solidFill>
                  <a:srgbClr val="212121"/>
                </a:solidFill>
                <a:latin typeface="Segoe UI" panose="020B0502040204020203" pitchFamily="34" charset="0"/>
                <a:ea typeface="Segoe UI" panose="020B0502040204020203" pitchFamily="34" charset="-122"/>
                <a:cs typeface="Segoe UI" panose="020B0502040204020203" pitchFamily="34" charset="-120"/>
              </a:rPr>
              <a:t> dan</a:t>
            </a:r>
            <a:r>
              <a:rPr lang="en-US" sz="940" dirty="0">
                <a:solidFill>
                  <a:srgbClr val="1D1B1C"/>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91919"/>
                </a:solidFill>
                <a:latin typeface="Segoe UI" panose="020B0502040204020203" pitchFamily="34" charset="0"/>
                <a:ea typeface="Segoe UI" panose="020B0502040204020203" pitchFamily="34" charset="-122"/>
                <a:cs typeface="Segoe UI" panose="020B0502040204020203" pitchFamily="34" charset="-120"/>
              </a:rPr>
              <a:t>oleh</a:t>
            </a:r>
            <a:endParaRPr lang="en-US" sz="940" dirty="0"/>
          </a:p>
          <a:p>
            <a:pPr marL="0" indent="0" algn="l">
              <a:buNone/>
            </a:pP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pembaharuan</a:t>
            </a:r>
            <a:r>
              <a:rPr lang="en-US" sz="940" dirty="0">
                <a:solidFill>
                  <a:srgbClr val="3A3A3A"/>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21"/>
                </a:solidFill>
                <a:latin typeface="Segoe UI" panose="020B0502040204020203" pitchFamily="34" charset="0"/>
                <a:ea typeface="Segoe UI" panose="020B0502040204020203" pitchFamily="34" charset="-122"/>
                <a:cs typeface="Segoe UI" panose="020B0502040204020203" pitchFamily="34" charset="-120"/>
              </a:rPr>
              <a:t>yang</a:t>
            </a:r>
            <a:r>
              <a:rPr lang="en-US" sz="940" dirty="0">
                <a:solidFill>
                  <a:srgbClr val="616161"/>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dikerjakan</a:t>
            </a:r>
            <a:r>
              <a:rPr lang="en-US" sz="940" dirty="0">
                <a:solidFill>
                  <a:srgbClr val="393738"/>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9"/>
                </a:solidFill>
                <a:latin typeface="Segoe UI" panose="020B0502040204020203" pitchFamily="34" charset="0"/>
                <a:ea typeface="Segoe UI" panose="020B0502040204020203" pitchFamily="34" charset="-122"/>
                <a:cs typeface="Segoe UI" panose="020B0502040204020203" pitchFamily="34" charset="-120"/>
              </a:rPr>
              <a:t>oleh</a:t>
            </a:r>
            <a:r>
              <a:rPr lang="en-US" sz="940" dirty="0">
                <a:solidFill>
                  <a:srgbClr val="30302E"/>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12121"/>
                </a:solidFill>
                <a:latin typeface="Segoe UI" panose="020B0502040204020203" pitchFamily="34" charset="0"/>
                <a:ea typeface="Segoe UI" panose="020B0502040204020203" pitchFamily="34" charset="-122"/>
                <a:cs typeface="Segoe UI" panose="020B0502040204020203" pitchFamily="34" charset="-120"/>
              </a:rPr>
              <a:t>Roh</a:t>
            </a:r>
            <a:r>
              <a:rPr lang="en-US" sz="940" dirty="0">
                <a:solidFill>
                  <a:srgbClr val="222222"/>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Kudus</a:t>
            </a:r>
            <a:r>
              <a:rPr lang="en-US" sz="940" dirty="0">
                <a:solidFill>
                  <a:srgbClr val="1D1D1D"/>
                </a:solidFill>
                <a:latin typeface="Segoe UI" panose="020B0502040204020203" pitchFamily="34" charset="0"/>
                <a:ea typeface="Segoe UI" panose="020B0502040204020203" pitchFamily="34" charset="-122"/>
                <a:cs typeface="Segoe UI" panose="020B0502040204020203" pitchFamily="34" charset="-120"/>
              </a:rPr>
              <a:t> ...</a:t>
            </a:r>
            <a:r>
              <a:rPr lang="en-US" sz="940" dirty="0">
                <a:solidFill>
                  <a:srgbClr val="262626"/>
                </a:solidFill>
                <a:latin typeface="Segoe UI" panose="020B0502040204020203" pitchFamily="34" charset="0"/>
                <a:ea typeface="Segoe UI" panose="020B0502040204020203" pitchFamily="34" charset="-122"/>
                <a:cs typeface="Segoe UI" panose="020B0502040204020203" pitchFamily="34" charset="-120"/>
              </a:rPr>
              <a:t> </a:t>
            </a:r>
            <a:r>
              <a:rPr lang="en-US" sz="940" b="1" i="1" dirty="0">
                <a:solidFill>
                  <a:srgbClr val="0D55B1"/>
                </a:solidFill>
                <a:latin typeface="Segoe UI" panose="020B0502040204020203" pitchFamily="34" charset="0"/>
                <a:ea typeface="Segoe UI" panose="020B0502040204020203" pitchFamily="34" charset="-122"/>
                <a:cs typeface="Segoe UI" panose="020B0502040204020203" pitchFamily="34" charset="-120"/>
              </a:rPr>
              <a:t>"</a:t>
            </a:r>
            <a:endParaRPr lang="en-US" sz="940" dirty="0"/>
          </a:p>
        </p:txBody>
      </p:sp>
      <p:sp>
        <p:nvSpPr>
          <p:cNvPr id="15" name="Rectangle 14"/>
          <p:cNvSpPr/>
          <p:nvPr/>
        </p:nvSpPr>
        <p:spPr>
          <a:xfrm>
            <a:off x="1589405" y="2675890"/>
            <a:ext cx="3389630" cy="305435"/>
          </a:xfrm>
          <a:prstGeom prst="rect">
            <a:avLst/>
          </a:prstGeom>
          <a:noFill/>
        </p:spPr>
        <p:txBody>
          <a:bodyPr wrap="none" lIns="0" tIns="0" rIns="0" bIns="0" rtlCol="0" anchor="t">
            <a:noAutofit/>
          </a:bodyPr>
          <a:lstStyle/>
          <a:p>
            <a:pPr lvl="0" algn="l">
              <a:buClrTx/>
              <a:buSzTx/>
              <a:buFontTx/>
            </a:pPr>
            <a:r>
              <a:rPr lang="en-US" sz="940" i="1" dirty="0">
                <a:solidFill>
                  <a:srgbClr val="141315"/>
                </a:solidFill>
                <a:latin typeface="Segoe UI" panose="020B0502040204020203" pitchFamily="34" charset="0"/>
                <a:ea typeface="Segoe UI" panose="020B0502040204020203" pitchFamily="34" charset="-122"/>
                <a:cs typeface="Segoe UI" panose="020B0502040204020203" pitchFamily="34" charset="-120"/>
                <a:sym typeface="+mn-ea"/>
              </a:rPr>
              <a:t>Apa yang dilahirkan dari daging, adalah daging, dan apa yang</a:t>
            </a:r>
            <a:endParaRPr lang="en-US" sz="940" i="1" dirty="0">
              <a:solidFill>
                <a:srgbClr val="141315"/>
              </a:solidFill>
              <a:latin typeface="Segoe UI" panose="020B0502040204020203" pitchFamily="34" charset="0"/>
              <a:ea typeface="Segoe UI" panose="020B0502040204020203" pitchFamily="34" charset="-122"/>
              <a:cs typeface="Segoe UI" panose="020B0502040204020203" pitchFamily="34" charset="-120"/>
              <a:sym typeface="+mn-ea"/>
            </a:endParaRPr>
          </a:p>
          <a:p>
            <a:pPr lvl="0" algn="l">
              <a:buClrTx/>
              <a:buSzTx/>
              <a:buFontTx/>
            </a:pPr>
            <a:r>
              <a:rPr lang="en-US" sz="940" i="1" dirty="0">
                <a:solidFill>
                  <a:srgbClr val="141315"/>
                </a:solidFill>
                <a:latin typeface="Segoe UI" panose="020B0502040204020203" pitchFamily="34" charset="0"/>
                <a:ea typeface="Segoe UI" panose="020B0502040204020203" pitchFamily="34" charset="-122"/>
                <a:cs typeface="Segoe UI" panose="020B0502040204020203" pitchFamily="34" charset="-120"/>
                <a:sym typeface="+mn-ea"/>
              </a:rPr>
              <a:t>dilahirkan dari Roh, adalah roh.</a:t>
            </a:r>
            <a:r>
              <a:rPr lang="en-US" sz="940" i="1" dirty="0">
                <a:solidFill>
                  <a:srgbClr val="141315"/>
                </a:solidFill>
                <a:latin typeface="Segoe UI" panose="020B0502040204020203" pitchFamily="34" charset="0"/>
                <a:ea typeface="Segoe UI" panose="020B0502040204020203" pitchFamily="34" charset="-122"/>
                <a:cs typeface="Segoe UI" panose="020B0502040204020203" pitchFamily="34" charset="-120"/>
                <a:sym typeface="+mn-ea"/>
              </a:rPr>
              <a:t> (Yoh 3:6)</a:t>
            </a:r>
            <a:endParaRPr lang="en-US" sz="940" i="1" dirty="0">
              <a:solidFill>
                <a:srgbClr val="141315"/>
              </a:solidFill>
              <a:latin typeface="Segoe UI" panose="020B0502040204020203" pitchFamily="34" charset="0"/>
              <a:ea typeface="Segoe UI" panose="020B0502040204020203" pitchFamily="34" charset="-122"/>
              <a:cs typeface="Segoe UI" panose="020B0502040204020203" pitchFamily="34" charset="-12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4464844" y="1393031"/>
            <a:ext cx="580430" cy="571500"/>
          </a:xfrm>
          <a:prstGeom prst="rect">
            <a:avLst/>
          </a:prstGeom>
        </p:spPr>
      </p:pic>
      <p:pic>
        <p:nvPicPr>
          <p:cNvPr id="4" name="Image 2" descr="visual 2"/>
          <p:cNvPicPr>
            <a:picLocks noChangeAspect="1"/>
          </p:cNvPicPr>
          <p:nvPr/>
        </p:nvPicPr>
        <p:blipFill>
          <a:blip r:embed="rId3"/>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4"/>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5"/>
          <a:stretch>
            <a:fillRect/>
          </a:stretch>
        </p:blipFill>
        <p:spPr>
          <a:xfrm>
            <a:off x="4612184" y="1522512"/>
            <a:ext cx="285750" cy="308074"/>
          </a:xfrm>
          <a:prstGeom prst="rect">
            <a:avLst/>
          </a:prstGeom>
        </p:spPr>
      </p:pic>
      <p:sp>
        <p:nvSpPr>
          <p:cNvPr id="7" name="Text 0"/>
          <p:cNvSpPr/>
          <p:nvPr/>
        </p:nvSpPr>
        <p:spPr>
          <a:xfrm>
            <a:off x="308074" y="310615"/>
            <a:ext cx="5692676" cy="448642"/>
          </a:xfrm>
          <a:prstGeom prst="rect">
            <a:avLst/>
          </a:prstGeom>
          <a:noFill/>
        </p:spPr>
        <p:txBody>
          <a:bodyPr wrap="none" lIns="0" tIns="0" rIns="0" bIns="0" rtlCol="0" anchor="t"/>
          <a:lstStyle/>
          <a:p>
            <a:pPr marL="0" indent="0" algn="l">
              <a:buNone/>
            </a:pP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Bagaimana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Kelahian</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Baru</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Terjadi?</a:t>
            </a:r>
            <a:endParaRPr lang="en-US" sz="2825" dirty="0"/>
          </a:p>
        </p:txBody>
      </p:sp>
      <p:sp>
        <p:nvSpPr>
          <p:cNvPr id="8" name="Text 1"/>
          <p:cNvSpPr/>
          <p:nvPr/>
        </p:nvSpPr>
        <p:spPr>
          <a:xfrm>
            <a:off x="379512" y="975122"/>
            <a:ext cx="120551" cy="251147"/>
          </a:xfrm>
          <a:prstGeom prst="rect">
            <a:avLst/>
          </a:prstGeom>
          <a:noFill/>
        </p:spPr>
        <p:txBody>
          <a:bodyPr wrap="none" lIns="0" tIns="0" rIns="0" bIns="0" rtlCol="0" anchor="t"/>
          <a:lstStyle/>
          <a:p>
            <a:pPr marL="0" indent="0" algn="l">
              <a:buNone/>
            </a:pPr>
            <a:r>
              <a:rPr lang="en-US" sz="1580" b="1" dirty="0">
                <a:solidFill>
                  <a:srgbClr val="F5F9FD"/>
                </a:solidFill>
                <a:latin typeface="Arial" panose="020B0604020202020204" pitchFamily="34" charset="0"/>
                <a:ea typeface="Arial" panose="020B0604020202020204" pitchFamily="34" charset="-122"/>
                <a:cs typeface="Arial" panose="020B0604020202020204" pitchFamily="34" charset="-120"/>
              </a:rPr>
              <a:t>2</a:t>
            </a:r>
            <a:endParaRPr lang="en-US" sz="1580" dirty="0"/>
          </a:p>
        </p:txBody>
      </p:sp>
      <p:sp>
        <p:nvSpPr>
          <p:cNvPr id="9" name="Text 2"/>
          <p:cNvSpPr/>
          <p:nvPr/>
        </p:nvSpPr>
        <p:spPr>
          <a:xfrm>
            <a:off x="665262" y="966830"/>
            <a:ext cx="3388816" cy="241183"/>
          </a:xfrm>
          <a:prstGeom prst="rect">
            <a:avLst/>
          </a:prstGeom>
          <a:noFill/>
        </p:spPr>
        <p:txBody>
          <a:bodyPr wrap="none" lIns="0" tIns="0" rIns="0" bIns="0" rtlCol="0" anchor="t"/>
          <a:lstStyle/>
          <a:p>
            <a:pPr marL="0" indent="0" algn="l">
              <a:buNone/>
            </a:pP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Melalui</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 </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Iman</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 </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Percaya</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 </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kepada</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 </a:t>
            </a: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Kristus</a:t>
            </a:r>
            <a:endParaRPr lang="en-US" sz="1520" dirty="0"/>
          </a:p>
        </p:txBody>
      </p:sp>
      <p:sp>
        <p:nvSpPr>
          <p:cNvPr id="10" name="Text 3"/>
          <p:cNvSpPr/>
          <p:nvPr/>
        </p:nvSpPr>
        <p:spPr>
          <a:xfrm>
            <a:off x="5116711" y="1417730"/>
            <a:ext cx="3402211" cy="1033469"/>
          </a:xfrm>
          <a:prstGeom prst="rect">
            <a:avLst/>
          </a:prstGeom>
          <a:noFill/>
        </p:spPr>
        <p:txBody>
          <a:bodyPr wrap="none" lIns="0" tIns="0" rIns="0" bIns="0" rtlCol="0" anchor="t"/>
          <a:lstStyle/>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Jika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kelahiran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baru</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adalah hadiah,</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maka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iman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adalah</a:t>
            </a:r>
            <a:endParaRPr lang="en-US" sz="1085" dirty="0"/>
          </a:p>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tangan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yang</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kita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ulurkan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untuk</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menerima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hadiah</a:t>
            </a:r>
            <a:endParaRPr lang="en-US" sz="1085" dirty="0"/>
          </a:p>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tersebut. Dengan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percaya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dan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menerima Yesus</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Kristus</a:t>
            </a:r>
            <a:endParaRPr lang="en-US" sz="1085" dirty="0"/>
          </a:p>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sebagai</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Tuhan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dan</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Juruselamat,</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kita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diberi</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kuasa</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untuk</a:t>
            </a:r>
            <a:endParaRPr lang="en-US" sz="1085" dirty="0"/>
          </a:p>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menjadi</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anak-anak </a:t>
            </a: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Allah.</a:t>
            </a:r>
            <a:endParaRPr lang="en-US" sz="1085" dirty="0"/>
          </a:p>
        </p:txBody>
      </p:sp>
      <p:sp>
        <p:nvSpPr>
          <p:cNvPr id="11" name="Text 4"/>
          <p:cNvSpPr/>
          <p:nvPr/>
        </p:nvSpPr>
        <p:spPr>
          <a:xfrm>
            <a:off x="5214938" y="2983472"/>
            <a:ext cx="1768078" cy="264108"/>
          </a:xfrm>
          <a:prstGeom prst="rect">
            <a:avLst/>
          </a:prstGeom>
          <a:noFill/>
        </p:spPr>
        <p:txBody>
          <a:bodyPr wrap="none" lIns="0" tIns="0" rIns="0" bIns="0" rtlCol="0" anchor="t"/>
          <a:lstStyle/>
          <a:p>
            <a:pPr marL="0" indent="0" algn="l">
              <a:buNone/>
            </a:pP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Yohanes</a:t>
            </a: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 </a:t>
            </a: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1:12</a:t>
            </a: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 </a:t>
            </a: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(TB)</a:t>
            </a:r>
            <a:endParaRPr lang="en-US" sz="1665" dirty="0"/>
          </a:p>
        </p:txBody>
      </p:sp>
      <p:sp>
        <p:nvSpPr>
          <p:cNvPr id="12" name="Text 5"/>
          <p:cNvSpPr/>
          <p:nvPr/>
        </p:nvSpPr>
        <p:spPr>
          <a:xfrm>
            <a:off x="4755059" y="3561338"/>
            <a:ext cx="276820" cy="234404"/>
          </a:xfrm>
          <a:prstGeom prst="rect">
            <a:avLst/>
          </a:prstGeom>
          <a:noFill/>
        </p:spPr>
        <p:txBody>
          <a:bodyPr wrap="none" lIns="0" tIns="0" rIns="0" bIns="0" rtlCol="0" anchor="t"/>
          <a:lstStyle/>
          <a:p>
            <a:pPr marL="0" indent="0" algn="l">
              <a:buNone/>
            </a:pPr>
            <a:r>
              <a:rPr lang="en-US" sz="1475" dirty="0"/>
              <a:t>12</a:t>
            </a:r>
            <a:endParaRPr lang="en-US" sz="1475" dirty="0"/>
          </a:p>
        </p:txBody>
      </p:sp>
      <p:sp>
        <p:nvSpPr>
          <p:cNvPr id="13" name="Text 6"/>
          <p:cNvSpPr/>
          <p:nvPr/>
        </p:nvSpPr>
        <p:spPr>
          <a:xfrm>
            <a:off x="5063133" y="3581280"/>
            <a:ext cx="3214688" cy="963931"/>
          </a:xfrm>
          <a:prstGeom prst="rect">
            <a:avLst/>
          </a:prstGeom>
          <a:noFill/>
        </p:spPr>
        <p:txBody>
          <a:bodyPr wrap="none" lIns="0" tIns="0" rIns="0" bIns="0" rtlCol="0" anchor="t"/>
          <a:lstStyle/>
          <a:p>
            <a:pPr marL="0" indent="0" algn="l">
              <a:buNone/>
            </a:pP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"Tetapi semua</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orang</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yang</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menerima-Nya</a:t>
            </a:r>
            <a:endParaRPr lang="en-US" sz="1270" dirty="0"/>
          </a:p>
          <a:p>
            <a:pPr marL="0" indent="0" algn="l">
              <a:buNone/>
            </a:pP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diberi-Nya</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kuasa supaya</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menjadi</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anak-anak</a:t>
            </a:r>
            <a:endParaRPr lang="en-US" sz="1270" dirty="0"/>
          </a:p>
          <a:p>
            <a:pPr marL="0" indent="0" algn="l">
              <a:buNone/>
            </a:pP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Allah, yaitu mereka</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yang percaya</a:t>
            </a:r>
            <a:endParaRPr lang="en-US" sz="1270" dirty="0"/>
          </a:p>
          <a:p>
            <a:pPr marL="0" indent="0" algn="l">
              <a:buNone/>
            </a:pP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dalam</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270" dirty="0">
                <a:solidFill>
                  <a:srgbClr val="000000"/>
                </a:solidFill>
                <a:latin typeface="Arial" panose="020B0604020202020204" pitchFamily="34" charset="0"/>
                <a:ea typeface="Arial" panose="020B0604020202020204" pitchFamily="34" charset="-122"/>
                <a:cs typeface="Arial" panose="020B0604020202020204" pitchFamily="34" charset="-120"/>
              </a:rPr>
              <a:t>nama-Nya;"</a:t>
            </a:r>
            <a:endParaRPr lang="en-US" sz="1270" dirty="0"/>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4464844" y="1393031"/>
            <a:ext cx="580430" cy="571500"/>
          </a:xfrm>
          <a:prstGeom prst="rect">
            <a:avLst/>
          </a:prstGeom>
        </p:spPr>
      </p:pic>
      <p:pic>
        <p:nvPicPr>
          <p:cNvPr id="4" name="Image 2" descr="visual 2"/>
          <p:cNvPicPr>
            <a:picLocks noChangeAspect="1"/>
          </p:cNvPicPr>
          <p:nvPr/>
        </p:nvPicPr>
        <p:blipFill>
          <a:blip r:embed="rId3"/>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4"/>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5"/>
          <a:stretch>
            <a:fillRect/>
          </a:stretch>
        </p:blipFill>
        <p:spPr>
          <a:xfrm>
            <a:off x="4612184" y="1522512"/>
            <a:ext cx="285750" cy="308074"/>
          </a:xfrm>
          <a:prstGeom prst="rect">
            <a:avLst/>
          </a:prstGeom>
        </p:spPr>
      </p:pic>
      <p:sp>
        <p:nvSpPr>
          <p:cNvPr id="7" name="Text 0"/>
          <p:cNvSpPr/>
          <p:nvPr/>
        </p:nvSpPr>
        <p:spPr>
          <a:xfrm>
            <a:off x="308074" y="310615"/>
            <a:ext cx="5692676" cy="448642"/>
          </a:xfrm>
          <a:prstGeom prst="rect">
            <a:avLst/>
          </a:prstGeom>
          <a:noFill/>
        </p:spPr>
        <p:txBody>
          <a:bodyPr wrap="none" lIns="0" tIns="0" rIns="0" bIns="0" rtlCol="0" anchor="t"/>
          <a:lstStyle/>
          <a:p>
            <a:pPr marL="0" indent="0" algn="l">
              <a:buNone/>
            </a:pP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Bagaimana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Kelahian</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Baru</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 </a:t>
            </a:r>
            <a:r>
              <a:rPr lang="en-US" sz="2825" b="1" dirty="0">
                <a:solidFill>
                  <a:srgbClr val="010B24"/>
                </a:solidFill>
                <a:latin typeface="Segoe UI" panose="020B0502040204020203" pitchFamily="34" charset="0"/>
                <a:ea typeface="Segoe UI" panose="020B0502040204020203" pitchFamily="34" charset="-122"/>
                <a:cs typeface="Segoe UI" panose="020B0502040204020203" pitchFamily="34" charset="-120"/>
              </a:rPr>
              <a:t>Terjadi?</a:t>
            </a:r>
            <a:endParaRPr lang="en-US" sz="2825" dirty="0"/>
          </a:p>
        </p:txBody>
      </p:sp>
      <p:sp>
        <p:nvSpPr>
          <p:cNvPr id="8" name="Text 1"/>
          <p:cNvSpPr/>
          <p:nvPr/>
        </p:nvSpPr>
        <p:spPr>
          <a:xfrm>
            <a:off x="379730" y="975360"/>
            <a:ext cx="120650" cy="251460"/>
          </a:xfrm>
          <a:prstGeom prst="rect">
            <a:avLst/>
          </a:prstGeom>
          <a:noFill/>
        </p:spPr>
        <p:txBody>
          <a:bodyPr wrap="none" lIns="0" tIns="0" rIns="0" bIns="0" rtlCol="0" anchor="t"/>
          <a:lstStyle/>
          <a:p>
            <a:pPr marL="0" indent="0" algn="l">
              <a:buNone/>
            </a:pPr>
            <a:r>
              <a:rPr lang="en-US" sz="1580" dirty="0">
                <a:solidFill>
                  <a:schemeClr val="bg1"/>
                </a:solidFill>
              </a:rPr>
              <a:t>3</a:t>
            </a:r>
            <a:endParaRPr lang="en-US" sz="1580" dirty="0">
              <a:solidFill>
                <a:schemeClr val="bg1"/>
              </a:solidFill>
            </a:endParaRPr>
          </a:p>
        </p:txBody>
      </p:sp>
      <p:sp>
        <p:nvSpPr>
          <p:cNvPr id="9" name="Text 2"/>
          <p:cNvSpPr/>
          <p:nvPr/>
        </p:nvSpPr>
        <p:spPr>
          <a:xfrm>
            <a:off x="665262" y="966830"/>
            <a:ext cx="3388816" cy="241183"/>
          </a:xfrm>
          <a:prstGeom prst="rect">
            <a:avLst/>
          </a:prstGeom>
          <a:noFill/>
        </p:spPr>
        <p:txBody>
          <a:bodyPr wrap="none" lIns="0" tIns="0" rIns="0" bIns="0" rtlCol="0" anchor="t"/>
          <a:lstStyle/>
          <a:p>
            <a:pPr marL="0" indent="0" algn="l">
              <a:buNone/>
            </a:pPr>
            <a:r>
              <a:rPr lang="en-US" sz="1520" b="1" dirty="0">
                <a:solidFill>
                  <a:srgbClr val="010C35"/>
                </a:solidFill>
                <a:latin typeface="Arial" panose="020B0604020202020204" pitchFamily="34" charset="0"/>
                <a:ea typeface="Arial" panose="020B0604020202020204" pitchFamily="34" charset="-122"/>
                <a:cs typeface="Arial" panose="020B0604020202020204" pitchFamily="34" charset="-120"/>
              </a:rPr>
              <a:t>Iman Kepada Kristus, dinyatakan melalui pertobatan dan baptisan air</a:t>
            </a:r>
            <a:endParaRPr lang="en-US" sz="1520" dirty="0"/>
          </a:p>
        </p:txBody>
      </p:sp>
      <p:sp>
        <p:nvSpPr>
          <p:cNvPr id="11" name="Text 4"/>
          <p:cNvSpPr/>
          <p:nvPr/>
        </p:nvSpPr>
        <p:spPr>
          <a:xfrm>
            <a:off x="5214938" y="2983472"/>
            <a:ext cx="1768078" cy="264108"/>
          </a:xfrm>
          <a:prstGeom prst="rect">
            <a:avLst/>
          </a:prstGeom>
          <a:noFill/>
        </p:spPr>
        <p:txBody>
          <a:bodyPr wrap="none" lIns="0" tIns="0" rIns="0" bIns="0" rtlCol="0" anchor="t"/>
          <a:lstStyle/>
          <a:p>
            <a:pPr marL="0" algn="l">
              <a:buClrTx/>
              <a:buSzTx/>
              <a:buFontTx/>
              <a:buNone/>
            </a:pPr>
            <a:r>
              <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rPr>
              <a:t>Roma 6:3-4</a:t>
            </a:r>
            <a:endParaRPr lang="en-US" sz="1665" b="1" dirty="0">
              <a:solidFill>
                <a:srgbClr val="024FA9"/>
              </a:solidFill>
              <a:latin typeface="Segoe UI" panose="020B0502040204020203" pitchFamily="34" charset="0"/>
              <a:ea typeface="Segoe UI" panose="020B0502040204020203" pitchFamily="34" charset="-122"/>
              <a:cs typeface="Segoe UI" panose="020B0502040204020203" pitchFamily="34" charset="-120"/>
            </a:endParaRPr>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5" name="Text Box 14"/>
          <p:cNvSpPr txBox="1"/>
          <p:nvPr/>
        </p:nvSpPr>
        <p:spPr>
          <a:xfrm>
            <a:off x="4639945" y="3561080"/>
            <a:ext cx="3846830" cy="984250"/>
          </a:xfrm>
          <a:prstGeom prst="rect">
            <a:avLst/>
          </a:prstGeom>
        </p:spPr>
        <p:txBody>
          <a:bodyPr wrap="square">
            <a:noAutofit/>
          </a:bodyPr>
          <a:p>
            <a:pPr marL="0" indent="171450" algn="l">
              <a:spcBef>
                <a:spcPct val="0"/>
              </a:spcBef>
              <a:spcAft>
                <a:spcPct val="0"/>
              </a:spcAft>
            </a:pPr>
            <a:r>
              <a:rPr lang="en-US" altLang="zh-CN" sz="1000" b="0" i="0">
                <a:solidFill>
                  <a:srgbClr val="121212"/>
                </a:solidFill>
                <a:latin typeface="Arial" panose="020B0604020202020204" pitchFamily="34" charset="0"/>
                <a:ea typeface="Inter"/>
                <a:cs typeface="Arial" panose="020B0604020202020204" pitchFamily="34" charset="0"/>
              </a:rPr>
              <a:t>Atau tidak tahukah kamu, bahwa kita semua yang telah dibaptis dalam Kristus, telah dibaptis dalam kematian-Nya? Dengan demikian kita telah dikuburkan bersama-sama dengan Dia oleh baptisan dalam kematian, supaya, sama seperti Kristus telah dibangkitkan dari antara orang mati oleh kemuliaan Bapa, demikian juga kita akan hidup dalam hidup yang baru.</a:t>
            </a:r>
            <a:endParaRPr lang="en-US" altLang="zh-CN" sz="1000" b="0" i="0">
              <a:solidFill>
                <a:srgbClr val="121212"/>
              </a:solidFill>
              <a:latin typeface="Arial" panose="020B0604020202020204" pitchFamily="34" charset="0"/>
              <a:ea typeface="Inter"/>
              <a:cs typeface="Arial" panose="020B0604020202020204" pitchFamily="34" charset="0"/>
            </a:endParaRPr>
          </a:p>
        </p:txBody>
      </p:sp>
      <p:sp>
        <p:nvSpPr>
          <p:cNvPr id="16" name="Text 7"/>
          <p:cNvSpPr/>
          <p:nvPr/>
        </p:nvSpPr>
        <p:spPr>
          <a:xfrm>
            <a:off x="4766647" y="354653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7" name="Text 3"/>
          <p:cNvSpPr/>
          <p:nvPr/>
        </p:nvSpPr>
        <p:spPr>
          <a:xfrm>
            <a:off x="5116711" y="1417730"/>
            <a:ext cx="3402211" cy="1033469"/>
          </a:xfrm>
          <a:prstGeom prst="rect">
            <a:avLst/>
          </a:prstGeom>
          <a:noFill/>
        </p:spPr>
        <p:txBody>
          <a:bodyPr wrap="none" lIns="0" tIns="0" rIns="0" bIns="0" rtlCol="0" anchor="t"/>
          <a:lstStyle/>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Langkah pertama kelahiran baru dimulai dengan </a:t>
            </a:r>
            <a:endPar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endParaRPr>
          </a:p>
          <a:p>
            <a:pPr marL="0" indent="0" algn="l">
              <a:buNone/>
            </a:pPr>
            <a:r>
              <a:rPr lang="en-US" sz="1085" dirty="0">
                <a:solidFill>
                  <a:srgbClr val="000000"/>
                </a:solidFill>
                <a:latin typeface="Arial" panose="020B0604020202020204" pitchFamily="34" charset="0"/>
                <a:ea typeface="Arial" panose="020B0604020202020204" pitchFamily="34" charset="-122"/>
                <a:cs typeface="Arial" panose="020B0604020202020204" pitchFamily="34" charset="-120"/>
              </a:rPr>
              <a:t>pertobatan dan baptisan air </a:t>
            </a:r>
            <a:endParaRPr lang="en-US" sz="1085" dirty="0"/>
          </a:p>
        </p:txBody>
      </p:sp>
      <p:pic>
        <p:nvPicPr>
          <p:cNvPr id="12" name="Picture 11"/>
          <p:cNvPicPr/>
          <p:nvPr/>
        </p:nvPicPr>
        <p:blipFill>
          <a:blip r:embed="rId6"/>
          <a:stretch>
            <a:fillRect/>
          </a:stretch>
        </p:blipFill>
        <p:spPr>
          <a:xfrm>
            <a:off x="193040" y="1399540"/>
            <a:ext cx="4039870" cy="3339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1361777" y="4152305"/>
            <a:ext cx="634008" cy="629543"/>
          </a:xfrm>
          <a:prstGeom prst="rect">
            <a:avLst/>
          </a:prstGeom>
        </p:spPr>
      </p:pic>
      <p:sp>
        <p:nvSpPr>
          <p:cNvPr id="4" name="Text 0"/>
          <p:cNvSpPr/>
          <p:nvPr/>
        </p:nvSpPr>
        <p:spPr>
          <a:xfrm>
            <a:off x="977801" y="273321"/>
            <a:ext cx="4237137" cy="1086043"/>
          </a:xfrm>
          <a:prstGeom prst="rect">
            <a:avLst/>
          </a:prstGeom>
          <a:noFill/>
        </p:spPr>
        <p:txBody>
          <a:bodyPr wrap="none" lIns="0" tIns="0" rIns="0" bIns="0" rtlCol="0" anchor="t"/>
          <a:lstStyle/>
          <a:p>
            <a:pPr marL="0" indent="0" algn="l">
              <a:buNone/>
            </a:pPr>
            <a:r>
              <a:rPr lang="en-US" sz="3420" b="1" dirty="0">
                <a:solidFill>
                  <a:srgbClr val="050501"/>
                </a:solidFill>
                <a:latin typeface="Arial" panose="020B0604020202020204" pitchFamily="34" charset="0"/>
                <a:ea typeface="Arial" panose="020B0604020202020204" pitchFamily="34" charset="-122"/>
                <a:cs typeface="Arial" panose="020B0604020202020204" pitchFamily="34" charset="-120"/>
              </a:rPr>
              <a:t>Apa</a:t>
            </a:r>
            <a:r>
              <a:rPr lang="en-US" sz="3420" b="1" dirty="0">
                <a:solidFill>
                  <a:srgbClr val="040404"/>
                </a:solidFill>
                <a:latin typeface="Arial" panose="020B0604020202020204" pitchFamily="34" charset="0"/>
                <a:ea typeface="Arial" panose="020B0604020202020204" pitchFamily="34" charset="-122"/>
                <a:cs typeface="Arial" panose="020B0604020202020204" pitchFamily="34" charset="-120"/>
              </a:rPr>
              <a:t> </a:t>
            </a:r>
            <a:r>
              <a:rPr lang="en-US" sz="3420" b="1" dirty="0">
                <a:solidFill>
                  <a:srgbClr val="050505"/>
                </a:solidFill>
                <a:latin typeface="Arial" panose="020B0604020202020204" pitchFamily="34" charset="0"/>
                <a:ea typeface="Arial" panose="020B0604020202020204" pitchFamily="34" charset="-122"/>
                <a:cs typeface="Arial" panose="020B0604020202020204" pitchFamily="34" charset="-120"/>
              </a:rPr>
              <a:t>Arti</a:t>
            </a:r>
            <a:r>
              <a:rPr lang="en-US" sz="3420" b="1" dirty="0">
                <a:solidFill>
                  <a:srgbClr val="050505"/>
                </a:solidFill>
                <a:latin typeface="Arial" panose="020B0604020202020204" pitchFamily="34" charset="0"/>
                <a:ea typeface="Arial" panose="020B0604020202020204" pitchFamily="34" charset="-122"/>
                <a:cs typeface="Arial" panose="020B0604020202020204" pitchFamily="34" charset="-120"/>
              </a:rPr>
              <a:t> </a:t>
            </a:r>
            <a:r>
              <a:rPr lang="en-US" sz="3420" b="1" dirty="0">
                <a:solidFill>
                  <a:srgbClr val="050505"/>
                </a:solidFill>
                <a:latin typeface="Arial" panose="020B0604020202020204" pitchFamily="34" charset="0"/>
                <a:ea typeface="Arial" panose="020B0604020202020204" pitchFamily="34" charset="-122"/>
                <a:cs typeface="Arial" panose="020B0604020202020204" pitchFamily="34" charset="-120"/>
              </a:rPr>
              <a:t>Sebenarnya</a:t>
            </a:r>
            <a:endParaRPr lang="en-US" sz="3420" dirty="0"/>
          </a:p>
          <a:p>
            <a:pPr marL="0" indent="0" algn="l">
              <a:buNone/>
            </a:pPr>
            <a:r>
              <a:rPr lang="en-US" sz="3420" b="1" dirty="0">
                <a:solidFill>
                  <a:srgbClr val="050505"/>
                </a:solidFill>
                <a:latin typeface="Arial" panose="020B0604020202020204" pitchFamily="34" charset="0"/>
                <a:ea typeface="Arial" panose="020B0604020202020204" pitchFamily="34" charset="-122"/>
                <a:cs typeface="Arial" panose="020B0604020202020204" pitchFamily="34" charset="-120"/>
              </a:rPr>
              <a:t>dari</a:t>
            </a:r>
            <a:r>
              <a:rPr lang="en-US" sz="3420" b="1" dirty="0">
                <a:solidFill>
                  <a:srgbClr val="050505"/>
                </a:solidFill>
                <a:latin typeface="Arial" panose="020B0604020202020204" pitchFamily="34" charset="0"/>
                <a:ea typeface="Arial" panose="020B0604020202020204" pitchFamily="34" charset="-122"/>
                <a:cs typeface="Arial" panose="020B0604020202020204" pitchFamily="34" charset="-120"/>
              </a:rPr>
              <a:t> </a:t>
            </a:r>
            <a:r>
              <a:rPr lang="en-US" sz="3420" b="1" dirty="0">
                <a:solidFill>
                  <a:srgbClr val="1155C5"/>
                </a:solidFill>
                <a:latin typeface="Arial" panose="020B0604020202020204" pitchFamily="34" charset="0"/>
                <a:ea typeface="Arial" panose="020B0604020202020204" pitchFamily="34" charset="-122"/>
                <a:cs typeface="Arial" panose="020B0604020202020204" pitchFamily="34" charset="-120"/>
              </a:rPr>
              <a:t>Kelahiran</a:t>
            </a:r>
            <a:r>
              <a:rPr lang="en-US" sz="3420" b="1" dirty="0">
                <a:solidFill>
                  <a:srgbClr val="1454BE"/>
                </a:solidFill>
                <a:latin typeface="Arial" panose="020B0604020202020204" pitchFamily="34" charset="0"/>
                <a:ea typeface="Arial" panose="020B0604020202020204" pitchFamily="34" charset="-122"/>
                <a:cs typeface="Arial" panose="020B0604020202020204" pitchFamily="34" charset="-120"/>
              </a:rPr>
              <a:t> </a:t>
            </a:r>
            <a:r>
              <a:rPr lang="en-US" sz="3420" b="1" dirty="0">
                <a:solidFill>
                  <a:srgbClr val="1555C1"/>
                </a:solidFill>
                <a:latin typeface="Arial" panose="020B0604020202020204" pitchFamily="34" charset="0"/>
                <a:ea typeface="Arial" panose="020B0604020202020204" pitchFamily="34" charset="-122"/>
                <a:cs typeface="Arial" panose="020B0604020202020204" pitchFamily="34" charset="-120"/>
              </a:rPr>
              <a:t>Baru?</a:t>
            </a:r>
            <a:endParaRPr lang="en-US" sz="3420" dirty="0"/>
          </a:p>
        </p:txBody>
      </p:sp>
      <p:sp>
        <p:nvSpPr>
          <p:cNvPr id="5" name="Text 1"/>
          <p:cNvSpPr/>
          <p:nvPr/>
        </p:nvSpPr>
        <p:spPr>
          <a:xfrm>
            <a:off x="982266" y="1323969"/>
            <a:ext cx="5018484" cy="564660"/>
          </a:xfrm>
          <a:prstGeom prst="rect">
            <a:avLst/>
          </a:prstGeom>
          <a:noFill/>
        </p:spPr>
        <p:txBody>
          <a:bodyPr wrap="none" lIns="0" tIns="0" rIns="0" bIns="0" rtlCol="0" anchor="t"/>
          <a:lstStyle/>
          <a:p>
            <a:pPr marL="0" indent="0" algn="l">
              <a:buNone/>
            </a:pP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Bayangkan seekor</a:t>
            </a:r>
            <a:r>
              <a:rPr lang="en-US" sz="1085" dirty="0">
                <a:solidFill>
                  <a:srgbClr val="363636"/>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ulat</a:t>
            </a:r>
            <a:r>
              <a:rPr lang="en-US" sz="1085" dirty="0">
                <a:solidFill>
                  <a:srgbClr val="363837"/>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535"/>
                </a:solidFill>
                <a:latin typeface="Arial" panose="020B0604020202020204" pitchFamily="34" charset="0"/>
                <a:ea typeface="Arial" panose="020B0604020202020204" pitchFamily="34" charset="-122"/>
                <a:cs typeface="Arial" panose="020B0604020202020204" pitchFamily="34" charset="-120"/>
              </a:rPr>
              <a:t>yang</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berubah</a:t>
            </a:r>
            <a:r>
              <a:rPr lang="en-US" sz="1085" dirty="0">
                <a:solidFill>
                  <a:srgbClr val="3D3D3D"/>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menjadi</a:t>
            </a:r>
            <a:r>
              <a:rPr lang="en-US" sz="1085" dirty="0">
                <a:solidFill>
                  <a:srgbClr val="38383A"/>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kupu-kupu. Bukan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sekadar</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ulat</a:t>
            </a:r>
            <a:r>
              <a:rPr lang="en-US" sz="1085" dirty="0">
                <a:solidFill>
                  <a:srgbClr val="373739"/>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yang</a:t>
            </a:r>
            <a:endParaRPr lang="en-US" sz="1085" dirty="0"/>
          </a:p>
          <a:p>
            <a:pPr marL="0" indent="0" algn="l">
              <a:buNone/>
            </a:pPr>
            <a:r>
              <a:rPr lang="en-US" sz="1085" dirty="0">
                <a:solidFill>
                  <a:srgbClr val="313135"/>
                </a:solidFill>
                <a:latin typeface="Arial" panose="020B0604020202020204" pitchFamily="34" charset="0"/>
                <a:ea typeface="Arial" panose="020B0604020202020204" pitchFamily="34" charset="-122"/>
                <a:cs typeface="Arial" panose="020B0604020202020204" pitchFamily="34" charset="-120"/>
              </a:rPr>
              <a:t>lebih</a:t>
            </a:r>
            <a:r>
              <a:rPr lang="en-US" sz="1085" dirty="0">
                <a:solidFill>
                  <a:srgbClr val="3A3A3A"/>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baik, tapi</a:t>
            </a:r>
            <a:r>
              <a:rPr lang="en-US" sz="1085" dirty="0">
                <a:solidFill>
                  <a:srgbClr val="3A3A3A"/>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makhluk</a:t>
            </a:r>
            <a:r>
              <a:rPr lang="en-US" sz="1085" dirty="0">
                <a:solidFill>
                  <a:srgbClr val="3B3B3D"/>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5"/>
                </a:solidFill>
                <a:latin typeface="Arial" panose="020B0604020202020204" pitchFamily="34" charset="0"/>
                <a:ea typeface="Arial" panose="020B0604020202020204" pitchFamily="34" charset="-122"/>
                <a:cs typeface="Arial" panose="020B0604020202020204" pitchFamily="34" charset="-120"/>
              </a:rPr>
              <a:t>yang</a:t>
            </a:r>
            <a:r>
              <a:rPr lang="en-US" sz="1085" dirty="0">
                <a:solidFill>
                  <a:srgbClr val="333335"/>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53535"/>
                </a:solidFill>
                <a:latin typeface="Arial" panose="020B0604020202020204" pitchFamily="34" charset="0"/>
                <a:ea typeface="Arial" panose="020B0604020202020204" pitchFamily="34" charset="-122"/>
                <a:cs typeface="Arial" panose="020B0604020202020204" pitchFamily="34" charset="-120"/>
              </a:rPr>
              <a:t>sama sekali</a:t>
            </a:r>
            <a:r>
              <a:rPr lang="en-US" sz="1085" dirty="0">
                <a:solidFill>
                  <a:srgbClr val="3A3A3C"/>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baru.</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Itulah</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 gambaran</a:t>
            </a:r>
            <a:r>
              <a:rPr lang="en-US" sz="1085" dirty="0">
                <a:solidFill>
                  <a:srgbClr val="38383A"/>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252529"/>
                </a:solidFill>
                <a:latin typeface="Arial" panose="020B0604020202020204" pitchFamily="34" charset="0"/>
                <a:ea typeface="Arial" panose="020B0604020202020204" pitchFamily="34" charset="-122"/>
                <a:cs typeface="Arial" panose="020B0604020202020204" pitchFamily="34" charset="-120"/>
              </a:rPr>
              <a:t>'ciptaan</a:t>
            </a:r>
            <a:r>
              <a:rPr lang="en-US" sz="1085" dirty="0">
                <a:solidFill>
                  <a:srgbClr val="2E2E2E"/>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1D2121"/>
                </a:solidFill>
                <a:latin typeface="Arial" panose="020B0604020202020204" pitchFamily="34" charset="0"/>
                <a:ea typeface="Arial" panose="020B0604020202020204" pitchFamily="34" charset="-122"/>
                <a:cs typeface="Arial" panose="020B0604020202020204" pitchFamily="34" charset="-120"/>
              </a:rPr>
              <a:t>baru'</a:t>
            </a:r>
            <a:endParaRPr lang="en-US" sz="1085" dirty="0"/>
          </a:p>
          <a:p>
            <a:pPr marL="0" indent="0" algn="l">
              <a:buNone/>
            </a:pP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dalam Kristus. Yang</a:t>
            </a:r>
            <a:r>
              <a:rPr lang="en-US" sz="1085" dirty="0">
                <a:solidFill>
                  <a:srgbClr val="38383A"/>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2D2D31"/>
                </a:solidFill>
                <a:latin typeface="Arial" panose="020B0604020202020204" pitchFamily="34" charset="0"/>
                <a:ea typeface="Arial" panose="020B0604020202020204" pitchFamily="34" charset="-122"/>
                <a:cs typeface="Arial" panose="020B0604020202020204" pitchFamily="34" charset="-120"/>
              </a:rPr>
              <a:t>lama</a:t>
            </a:r>
            <a:r>
              <a:rPr lang="en-US" sz="1085" dirty="0">
                <a:solidFill>
                  <a:srgbClr val="393939"/>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535"/>
                </a:solidFill>
                <a:latin typeface="Arial" panose="020B0604020202020204" pitchFamily="34" charset="0"/>
                <a:ea typeface="Arial" panose="020B0604020202020204" pitchFamily="34" charset="-122"/>
                <a:cs typeface="Arial" panose="020B0604020202020204" pitchFamily="34" charset="-120"/>
              </a:rPr>
              <a:t>telah</a:t>
            </a:r>
            <a:r>
              <a:rPr lang="en-US" sz="1085" dirty="0">
                <a:solidFill>
                  <a:srgbClr val="333335"/>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5"/>
                </a:solidFill>
                <a:latin typeface="Arial" panose="020B0604020202020204" pitchFamily="34" charset="0"/>
                <a:ea typeface="Arial" panose="020B0604020202020204" pitchFamily="34" charset="-122"/>
                <a:cs typeface="Arial" panose="020B0604020202020204" pitchFamily="34" charset="-120"/>
              </a:rPr>
              <a:t>berlalu,</a:t>
            </a:r>
            <a:r>
              <a:rPr lang="en-US" sz="1085" dirty="0">
                <a:solidFill>
                  <a:srgbClr val="333333"/>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dan sesuatu</a:t>
            </a:r>
            <a:r>
              <a:rPr lang="en-US" sz="1085" dirty="0">
                <a:solidFill>
                  <a:srgbClr val="373737"/>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5"/>
                </a:solidFill>
                <a:latin typeface="Arial" panose="020B0604020202020204" pitchFamily="34" charset="0"/>
                <a:ea typeface="Arial" panose="020B0604020202020204" pitchFamily="34" charset="-122"/>
                <a:cs typeface="Arial" panose="020B0604020202020204" pitchFamily="34" charset="-120"/>
              </a:rPr>
              <a:t>yang</a:t>
            </a:r>
            <a:r>
              <a:rPr lang="en-US" sz="1085" dirty="0">
                <a:solidFill>
                  <a:srgbClr val="353537"/>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313131"/>
                </a:solidFill>
                <a:latin typeface="Arial" panose="020B0604020202020204" pitchFamily="34" charset="0"/>
                <a:ea typeface="Arial" panose="020B0604020202020204" pitchFamily="34" charset="-122"/>
                <a:cs typeface="Arial" panose="020B0604020202020204" pitchFamily="34" charset="-120"/>
              </a:rPr>
              <a:t>baru telah</a:t>
            </a:r>
            <a:r>
              <a:rPr lang="en-US" sz="1085" dirty="0">
                <a:solidFill>
                  <a:srgbClr val="373739"/>
                </a:solidFill>
                <a:latin typeface="Arial" panose="020B0604020202020204" pitchFamily="34" charset="0"/>
                <a:ea typeface="Arial" panose="020B0604020202020204" pitchFamily="34" charset="-122"/>
                <a:cs typeface="Arial" panose="020B0604020202020204" pitchFamily="34" charset="-120"/>
              </a:rPr>
              <a:t> </a:t>
            </a:r>
            <a:r>
              <a:rPr lang="en-US" sz="1085" dirty="0">
                <a:solidFill>
                  <a:srgbClr val="2D292D"/>
                </a:solidFill>
                <a:latin typeface="Arial" panose="020B0604020202020204" pitchFamily="34" charset="0"/>
                <a:ea typeface="Arial" panose="020B0604020202020204" pitchFamily="34" charset="-122"/>
                <a:cs typeface="Arial" panose="020B0604020202020204" pitchFamily="34" charset="-120"/>
              </a:rPr>
              <a:t>datang.</a:t>
            </a:r>
            <a:endParaRPr lang="en-US" sz="1085" dirty="0"/>
          </a:p>
        </p:txBody>
      </p:sp>
      <p:sp>
        <p:nvSpPr>
          <p:cNvPr id="6" name="Text 2"/>
          <p:cNvSpPr/>
          <p:nvPr/>
        </p:nvSpPr>
        <p:spPr>
          <a:xfrm>
            <a:off x="2455664" y="4146415"/>
            <a:ext cx="1745754" cy="231554"/>
          </a:xfrm>
          <a:prstGeom prst="rect">
            <a:avLst/>
          </a:prstGeom>
          <a:noFill/>
        </p:spPr>
        <p:txBody>
          <a:bodyPr wrap="none" lIns="0" tIns="0" rIns="0" bIns="0" rtlCol="0" anchor="t"/>
          <a:lstStyle/>
          <a:p>
            <a:pPr marL="0" indent="0" algn="l">
              <a:buNone/>
            </a:pP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2</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 </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Korintus</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 </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5:17</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 </a:t>
            </a:r>
            <a:r>
              <a:rPr lang="en-US" sz="1460" b="1" dirty="0">
                <a:solidFill>
                  <a:srgbClr val="0C52C4"/>
                </a:solidFill>
                <a:latin typeface="Arial" panose="020B0604020202020204" pitchFamily="34" charset="0"/>
                <a:ea typeface="Arial" panose="020B0604020202020204" pitchFamily="34" charset="-122"/>
                <a:cs typeface="Arial" panose="020B0604020202020204" pitchFamily="34" charset="-120"/>
              </a:rPr>
              <a:t>(TB)</a:t>
            </a:r>
            <a:endParaRPr lang="en-US" sz="1460" dirty="0"/>
          </a:p>
        </p:txBody>
      </p:sp>
      <p:sp>
        <p:nvSpPr>
          <p:cNvPr id="7" name="Text 3"/>
          <p:cNvSpPr/>
          <p:nvPr/>
        </p:nvSpPr>
        <p:spPr>
          <a:xfrm>
            <a:off x="2455664" y="4404331"/>
            <a:ext cx="4116586" cy="364122"/>
          </a:xfrm>
          <a:prstGeom prst="rect">
            <a:avLst/>
          </a:prstGeom>
          <a:noFill/>
        </p:spPr>
        <p:txBody>
          <a:bodyPr wrap="none" lIns="0" tIns="0" rIns="0" bIns="0" rtlCol="0" anchor="t"/>
          <a:lstStyle/>
          <a:p>
            <a:pPr marL="0" indent="0" algn="l">
              <a:buNone/>
            </a:pP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"Jadi</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siapa yang</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ada</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di</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dalam</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Kristus, ia</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adalah</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ciptaan</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baru:</a:t>
            </a:r>
            <a:endParaRPr lang="en-US" sz="1120" dirty="0"/>
          </a:p>
          <a:p>
            <a:pPr marL="0" indent="0" algn="l">
              <a:buNone/>
            </a:pP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yang</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lama</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sudah</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berlalu,</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sesungguhnya</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yang</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baru</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sudah</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 </a:t>
            </a:r>
            <a:r>
              <a:rPr lang="en-US" sz="1120" dirty="0">
                <a:solidFill>
                  <a:srgbClr val="242425"/>
                </a:solidFill>
                <a:latin typeface="Arial" panose="020B0604020202020204" pitchFamily="34" charset="0"/>
                <a:ea typeface="Arial" panose="020B0604020202020204" pitchFamily="34" charset="-122"/>
                <a:cs typeface="Arial" panose="020B0604020202020204" pitchFamily="34" charset="-120"/>
              </a:rPr>
              <a:t>datang."</a:t>
            </a:r>
            <a:endParaRPr lang="en-US" sz="11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3937992" y="2210098"/>
            <a:ext cx="392906" cy="799207"/>
          </a:xfrm>
          <a:prstGeom prst="rect">
            <a:avLst/>
          </a:prstGeom>
        </p:spPr>
      </p:pic>
      <p:pic>
        <p:nvPicPr>
          <p:cNvPr id="4" name="Image 2" descr="visual 3"/>
          <p:cNvPicPr>
            <a:picLocks noChangeAspect="1"/>
          </p:cNvPicPr>
          <p:nvPr/>
        </p:nvPicPr>
        <p:blipFill>
          <a:blip r:embed="rId3"/>
          <a:stretch>
            <a:fillRect/>
          </a:stretch>
        </p:blipFill>
        <p:spPr>
          <a:xfrm>
            <a:off x="4371082" y="2357438"/>
            <a:ext cx="343793" cy="656332"/>
          </a:xfrm>
          <a:prstGeom prst="rect">
            <a:avLst/>
          </a:prstGeom>
        </p:spPr>
      </p:pic>
      <p:pic>
        <p:nvPicPr>
          <p:cNvPr id="5" name="Image 3" descr="visual 4"/>
          <p:cNvPicPr>
            <a:picLocks noChangeAspect="1"/>
          </p:cNvPicPr>
          <p:nvPr/>
        </p:nvPicPr>
        <p:blipFill>
          <a:blip r:embed="rId4"/>
          <a:stretch>
            <a:fillRect/>
          </a:stretch>
        </p:blipFill>
        <p:spPr>
          <a:xfrm>
            <a:off x="4750594" y="2210098"/>
            <a:ext cx="392906" cy="803672"/>
          </a:xfrm>
          <a:prstGeom prst="rect">
            <a:avLst/>
          </a:prstGeom>
        </p:spPr>
      </p:pic>
      <p:pic>
        <p:nvPicPr>
          <p:cNvPr id="6" name="Image 4" descr="visual 5"/>
          <p:cNvPicPr>
            <a:picLocks noChangeAspect="1"/>
          </p:cNvPicPr>
          <p:nvPr/>
        </p:nvPicPr>
        <p:blipFill>
          <a:blip r:embed="rId5"/>
          <a:stretch>
            <a:fillRect/>
          </a:stretch>
        </p:blipFill>
        <p:spPr>
          <a:xfrm>
            <a:off x="4290715" y="1754684"/>
            <a:ext cx="508992" cy="357188"/>
          </a:xfrm>
          <a:prstGeom prst="rect">
            <a:avLst/>
          </a:prstGeom>
        </p:spPr>
      </p:pic>
      <p:pic>
        <p:nvPicPr>
          <p:cNvPr id="7" name="Image 5" descr="visual 6"/>
          <p:cNvPicPr>
            <a:picLocks noChangeAspect="1"/>
          </p:cNvPicPr>
          <p:nvPr/>
        </p:nvPicPr>
        <p:blipFill>
          <a:blip r:embed="rId6"/>
          <a:stretch>
            <a:fillRect/>
          </a:stretch>
        </p:blipFill>
        <p:spPr>
          <a:xfrm>
            <a:off x="6540996" y="1754684"/>
            <a:ext cx="1553766" cy="1205508"/>
          </a:xfrm>
          <a:prstGeom prst="rect">
            <a:avLst/>
          </a:prstGeom>
        </p:spPr>
      </p:pic>
      <p:pic>
        <p:nvPicPr>
          <p:cNvPr id="8" name="Image 6" descr="visual 7"/>
          <p:cNvPicPr>
            <a:picLocks noChangeAspect="1"/>
          </p:cNvPicPr>
          <p:nvPr/>
        </p:nvPicPr>
        <p:blipFill>
          <a:blip r:embed="rId7"/>
          <a:stretch>
            <a:fillRect/>
          </a:stretch>
        </p:blipFill>
        <p:spPr>
          <a:xfrm>
            <a:off x="5014020" y="1986855"/>
            <a:ext cx="165199" cy="169664"/>
          </a:xfrm>
          <a:prstGeom prst="rect">
            <a:avLst/>
          </a:prstGeom>
        </p:spPr>
      </p:pic>
      <p:pic>
        <p:nvPicPr>
          <p:cNvPr id="9" name="Image 7" descr="visual 8"/>
          <p:cNvPicPr>
            <a:picLocks noChangeAspect="1"/>
          </p:cNvPicPr>
          <p:nvPr/>
        </p:nvPicPr>
        <p:blipFill>
          <a:blip r:embed="rId8"/>
          <a:stretch>
            <a:fillRect/>
          </a:stretch>
        </p:blipFill>
        <p:spPr>
          <a:xfrm>
            <a:off x="3888879" y="1982391"/>
            <a:ext cx="165199" cy="169664"/>
          </a:xfrm>
          <a:prstGeom prst="rect">
            <a:avLst/>
          </a:prstGeom>
        </p:spPr>
      </p:pic>
      <p:sp>
        <p:nvSpPr>
          <p:cNvPr id="10" name="Text 0"/>
          <p:cNvSpPr/>
          <p:nvPr/>
        </p:nvSpPr>
        <p:spPr>
          <a:xfrm>
            <a:off x="468809" y="378361"/>
            <a:ext cx="5549801" cy="506322"/>
          </a:xfrm>
          <a:prstGeom prst="rect">
            <a:avLst/>
          </a:prstGeom>
          <a:noFill/>
        </p:spPr>
        <p:txBody>
          <a:bodyPr wrap="none" lIns="0" tIns="0" rIns="0" bIns="0" rtlCol="0" anchor="t"/>
          <a:lstStyle/>
          <a:p>
            <a:pPr marL="0" indent="0" algn="l">
              <a:buNone/>
            </a:pPr>
            <a:r>
              <a:rPr lang="en-US" sz="3190" b="1" dirty="0">
                <a:solidFill>
                  <a:srgbClr val="03091C"/>
                </a:solidFill>
                <a:latin typeface="Segoe UI" panose="020B0502040204020203" pitchFamily="34" charset="0"/>
                <a:ea typeface="Segoe UI" panose="020B0502040204020203" pitchFamily="34" charset="-122"/>
                <a:cs typeface="Segoe UI" panose="020B0502040204020203" pitchFamily="34" charset="-120"/>
              </a:rPr>
              <a:t>Dimensi</a:t>
            </a:r>
            <a:r>
              <a:rPr lang="en-US" sz="3190" b="1" dirty="0">
                <a:solidFill>
                  <a:srgbClr val="03091C"/>
                </a:solidFill>
                <a:latin typeface="Segoe UI" panose="020B0502040204020203" pitchFamily="34" charset="0"/>
                <a:ea typeface="Segoe UI" panose="020B0502040204020203" pitchFamily="34" charset="-122"/>
                <a:cs typeface="Segoe UI" panose="020B0502040204020203" pitchFamily="34" charset="-120"/>
              </a:rPr>
              <a:t> Kehidupan yang</a:t>
            </a:r>
            <a:r>
              <a:rPr lang="en-US" sz="3190" b="1" dirty="0">
                <a:solidFill>
                  <a:srgbClr val="03091C"/>
                </a:solidFill>
                <a:latin typeface="Segoe UI" panose="020B0502040204020203" pitchFamily="34" charset="0"/>
                <a:ea typeface="Segoe UI" panose="020B0502040204020203" pitchFamily="34" charset="-122"/>
                <a:cs typeface="Segoe UI" panose="020B0502040204020203" pitchFamily="34" charset="-120"/>
              </a:rPr>
              <a:t> </a:t>
            </a:r>
            <a:r>
              <a:rPr lang="en-US" sz="3190" b="1" dirty="0">
                <a:solidFill>
                  <a:srgbClr val="03091C"/>
                </a:solidFill>
                <a:latin typeface="Segoe UI" panose="020B0502040204020203" pitchFamily="34" charset="0"/>
                <a:ea typeface="Segoe UI" panose="020B0502040204020203" pitchFamily="34" charset="-122"/>
                <a:cs typeface="Segoe UI" panose="020B0502040204020203" pitchFamily="34" charset="-120"/>
              </a:rPr>
              <a:t>Baru</a:t>
            </a:r>
            <a:endParaRPr lang="en-US" sz="3190" dirty="0"/>
          </a:p>
        </p:txBody>
      </p:sp>
      <p:sp>
        <p:nvSpPr>
          <p:cNvPr id="11" name="Text 1"/>
          <p:cNvSpPr/>
          <p:nvPr/>
        </p:nvSpPr>
        <p:spPr>
          <a:xfrm>
            <a:off x="477738" y="1028529"/>
            <a:ext cx="7192863" cy="184056"/>
          </a:xfrm>
          <a:prstGeom prst="rect">
            <a:avLst/>
          </a:prstGeom>
          <a:noFill/>
        </p:spPr>
        <p:txBody>
          <a:bodyPr wrap="none" lIns="0" tIns="0" rIns="0" bIns="0" rtlCol="0" anchor="t"/>
          <a:lstStyle/>
          <a:p>
            <a:pPr marL="0" indent="0" algn="l">
              <a:buNone/>
            </a:pP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Kelahiran</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baru memberi</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kita</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sebuah kehidupan yang</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sepenuhnya baru,</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yang mencakup</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tiga</a:t>
            </a:r>
            <a:r>
              <a:rPr lang="en-US" sz="1160" dirty="0">
                <a:solidFill>
                  <a:srgbClr val="2D2D2D"/>
                </a:solidFill>
                <a:latin typeface="Arial" panose="020B0604020202020204" pitchFamily="34" charset="0"/>
                <a:ea typeface="Arial" panose="020B0604020202020204" pitchFamily="34" charset="-122"/>
                <a:cs typeface="Arial" panose="020B0604020202020204" pitchFamily="34" charset="-120"/>
              </a:rPr>
              <a:t> aspek transformatif:</a:t>
            </a:r>
            <a:endParaRPr lang="en-US" sz="1160" dirty="0"/>
          </a:p>
        </p:txBody>
      </p:sp>
      <p:sp>
        <p:nvSpPr>
          <p:cNvPr id="12" name="Text 2"/>
          <p:cNvSpPr/>
          <p:nvPr/>
        </p:nvSpPr>
        <p:spPr>
          <a:xfrm>
            <a:off x="812602" y="1799686"/>
            <a:ext cx="93762" cy="203761"/>
          </a:xfrm>
          <a:prstGeom prst="rect">
            <a:avLst/>
          </a:prstGeom>
          <a:noFill/>
        </p:spPr>
        <p:txBody>
          <a:bodyPr wrap="none" lIns="0" tIns="0" rIns="0" bIns="0" rtlCol="0" anchor="t"/>
          <a:lstStyle/>
          <a:p>
            <a:pPr marL="0" indent="0" algn="l">
              <a:buNone/>
            </a:pPr>
            <a:r>
              <a:rPr lang="en-US" sz="1285" b="1" dirty="0">
                <a:solidFill>
                  <a:srgbClr val="FBFCFE"/>
                </a:solidFill>
                <a:latin typeface="Segoe UI" panose="020B0502040204020203" pitchFamily="34" charset="0"/>
                <a:ea typeface="Segoe UI" panose="020B0502040204020203" pitchFamily="34" charset="-122"/>
                <a:cs typeface="Segoe UI" panose="020B0502040204020203" pitchFamily="34" charset="-120"/>
              </a:rPr>
              <a:t>1</a:t>
            </a:r>
            <a:endParaRPr lang="en-US" sz="1285" dirty="0"/>
          </a:p>
        </p:txBody>
      </p:sp>
      <p:sp>
        <p:nvSpPr>
          <p:cNvPr id="13" name="Text 3"/>
          <p:cNvSpPr/>
          <p:nvPr/>
        </p:nvSpPr>
        <p:spPr>
          <a:xfrm>
            <a:off x="3558480" y="1797929"/>
            <a:ext cx="125016" cy="231215"/>
          </a:xfrm>
          <a:prstGeom prst="rect">
            <a:avLst/>
          </a:prstGeom>
          <a:noFill/>
        </p:spPr>
        <p:txBody>
          <a:bodyPr wrap="none" lIns="0" tIns="0" rIns="0" bIns="0" rtlCol="0" anchor="t"/>
          <a:lstStyle/>
          <a:p>
            <a:pPr marL="0" indent="0" algn="l">
              <a:buNone/>
            </a:pPr>
            <a:r>
              <a:rPr lang="en-US" sz="1455" b="1" dirty="0">
                <a:solidFill>
                  <a:srgbClr val="FDFD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4" name="Text 4"/>
          <p:cNvSpPr/>
          <p:nvPr/>
        </p:nvSpPr>
        <p:spPr>
          <a:xfrm>
            <a:off x="6299895" y="1799143"/>
            <a:ext cx="120551" cy="212237"/>
          </a:xfrm>
          <a:prstGeom prst="rect">
            <a:avLst/>
          </a:prstGeom>
          <a:noFill/>
        </p:spPr>
        <p:txBody>
          <a:bodyPr wrap="none" lIns="0" tIns="0" rIns="0" bIns="0" rtlCol="0" anchor="t"/>
          <a:lstStyle/>
          <a:p>
            <a:pPr marL="0" indent="0" algn="l">
              <a:buNone/>
            </a:pPr>
            <a:r>
              <a:rPr lang="en-US" sz="1335" b="1" dirty="0">
                <a:solidFill>
                  <a:srgbClr val="FDFEFE"/>
                </a:solidFill>
                <a:latin typeface="Arial" panose="020B0604020202020204" pitchFamily="34" charset="0"/>
                <a:ea typeface="Arial" panose="020B0604020202020204" pitchFamily="34" charset="-122"/>
                <a:cs typeface="Arial" panose="020B0604020202020204" pitchFamily="34" charset="-120"/>
              </a:rPr>
              <a:t>3</a:t>
            </a:r>
            <a:endParaRPr lang="en-US" sz="1335" dirty="0"/>
          </a:p>
        </p:txBody>
      </p:sp>
      <p:sp>
        <p:nvSpPr>
          <p:cNvPr id="15" name="Text 5"/>
          <p:cNvSpPr/>
          <p:nvPr/>
        </p:nvSpPr>
        <p:spPr>
          <a:xfrm>
            <a:off x="1585020" y="2162759"/>
            <a:ext cx="392906" cy="618839"/>
          </a:xfrm>
          <a:prstGeom prst="rect">
            <a:avLst/>
          </a:prstGeom>
          <a:noFill/>
        </p:spPr>
        <p:txBody>
          <a:bodyPr wrap="none" lIns="0" tIns="0" rIns="0" bIns="0" rtlCol="0" anchor="t"/>
          <a:lstStyle/>
          <a:p>
            <a:pPr marL="0" indent="0" algn="l">
              <a:buNone/>
            </a:pPr>
            <a:r>
              <a:rPr lang="en-US" sz="3780" b="1" dirty="0">
                <a:solidFill>
                  <a:srgbClr val="F9FAF9"/>
                </a:solidFill>
                <a:latin typeface="Tahoma" panose="020B0604030504040204" pitchFamily="34" charset="0"/>
                <a:ea typeface="Tahoma" panose="020B0604030504040204" pitchFamily="34" charset="-122"/>
                <a:cs typeface="Tahoma" panose="020B0604030504040204" pitchFamily="34" charset="-120"/>
              </a:rPr>
              <a:t>+</a:t>
            </a:r>
            <a:endParaRPr lang="en-US" sz="3780" dirty="0"/>
          </a:p>
        </p:txBody>
      </p:sp>
      <p:sp>
        <p:nvSpPr>
          <p:cNvPr id="16" name="Text 6"/>
          <p:cNvSpPr/>
          <p:nvPr/>
        </p:nvSpPr>
        <p:spPr>
          <a:xfrm>
            <a:off x="696516" y="3175902"/>
            <a:ext cx="1580555" cy="257213"/>
          </a:xfrm>
          <a:prstGeom prst="rect">
            <a:avLst/>
          </a:prstGeom>
          <a:noFill/>
        </p:spPr>
        <p:txBody>
          <a:bodyPr wrap="none" lIns="0" tIns="0" rIns="0" bIns="0" rtlCol="0" anchor="t"/>
          <a:lstStyle/>
          <a:p>
            <a:pPr marL="0" indent="0" algn="l">
              <a:buNone/>
            </a:pP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Hati</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 </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&amp;</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 </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Roh</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 </a:t>
            </a:r>
            <a:r>
              <a:rPr lang="en-US" sz="1620" b="1" dirty="0">
                <a:solidFill>
                  <a:srgbClr val="03071D"/>
                </a:solidFill>
                <a:latin typeface="Segoe UI" panose="020B0502040204020203" pitchFamily="34" charset="0"/>
                <a:ea typeface="Segoe UI" panose="020B0502040204020203" pitchFamily="34" charset="-122"/>
                <a:cs typeface="Segoe UI" panose="020B0502040204020203" pitchFamily="34" charset="-120"/>
              </a:rPr>
              <a:t>Baru</a:t>
            </a:r>
            <a:endParaRPr lang="en-US" sz="1620" dirty="0"/>
          </a:p>
        </p:txBody>
      </p:sp>
      <p:sp>
        <p:nvSpPr>
          <p:cNvPr id="17" name="Text 7"/>
          <p:cNvSpPr/>
          <p:nvPr/>
        </p:nvSpPr>
        <p:spPr>
          <a:xfrm>
            <a:off x="3464719" y="3180017"/>
            <a:ext cx="1214438" cy="262670"/>
          </a:xfrm>
          <a:prstGeom prst="rect">
            <a:avLst/>
          </a:prstGeom>
          <a:noFill/>
        </p:spPr>
        <p:txBody>
          <a:bodyPr wrap="none" lIns="0" tIns="0" rIns="0" bIns="0" rtlCol="0" anchor="t"/>
          <a:lstStyle/>
          <a:p>
            <a:pPr marL="0" indent="0" algn="l">
              <a:buNone/>
            </a:pPr>
            <a:r>
              <a:rPr lang="en-US" sz="1655" b="1" dirty="0">
                <a:solidFill>
                  <a:srgbClr val="04081E"/>
                </a:solidFill>
                <a:latin typeface="Arial" panose="020B0604020202020204" pitchFamily="34" charset="0"/>
                <a:ea typeface="Arial" panose="020B0604020202020204" pitchFamily="34" charset="-122"/>
                <a:cs typeface="Arial" panose="020B0604020202020204" pitchFamily="34" charset="-120"/>
              </a:rPr>
              <a:t>Status</a:t>
            </a:r>
            <a:r>
              <a:rPr lang="en-US" sz="1655" b="1" dirty="0">
                <a:solidFill>
                  <a:srgbClr val="04081E"/>
                </a:solidFill>
                <a:latin typeface="Arial" panose="020B0604020202020204" pitchFamily="34" charset="0"/>
                <a:ea typeface="Arial" panose="020B0604020202020204" pitchFamily="34" charset="-122"/>
                <a:cs typeface="Arial" panose="020B0604020202020204" pitchFamily="34" charset="-120"/>
              </a:rPr>
              <a:t> </a:t>
            </a:r>
            <a:r>
              <a:rPr lang="en-US" sz="1655" b="1" dirty="0">
                <a:solidFill>
                  <a:srgbClr val="04081E"/>
                </a:solidFill>
                <a:latin typeface="Arial" panose="020B0604020202020204" pitchFamily="34" charset="0"/>
                <a:ea typeface="Arial" panose="020B0604020202020204" pitchFamily="34" charset="-122"/>
                <a:cs typeface="Arial" panose="020B0604020202020204" pitchFamily="34" charset="-120"/>
              </a:rPr>
              <a:t>Anak</a:t>
            </a:r>
            <a:endParaRPr lang="en-US" sz="1655" dirty="0"/>
          </a:p>
        </p:txBody>
      </p:sp>
      <p:sp>
        <p:nvSpPr>
          <p:cNvPr id="18" name="Text 8"/>
          <p:cNvSpPr/>
          <p:nvPr/>
        </p:nvSpPr>
        <p:spPr>
          <a:xfrm>
            <a:off x="6241852" y="3171328"/>
            <a:ext cx="1620738" cy="258915"/>
          </a:xfrm>
          <a:prstGeom prst="rect">
            <a:avLst/>
          </a:prstGeom>
          <a:noFill/>
        </p:spPr>
        <p:txBody>
          <a:bodyPr wrap="none" lIns="0" tIns="0" rIns="0" bIns="0" rtlCol="0" anchor="t"/>
          <a:lstStyle/>
          <a:p>
            <a:pPr marL="0" indent="0" algn="l">
              <a:buNone/>
            </a:pPr>
            <a:r>
              <a:rPr lang="en-US" sz="1630" b="1" dirty="0">
                <a:solidFill>
                  <a:srgbClr val="04081E"/>
                </a:solidFill>
                <a:latin typeface="Segoe UI" panose="020B0502040204020203" pitchFamily="34" charset="0"/>
                <a:ea typeface="Segoe UI" panose="020B0502040204020203" pitchFamily="34" charset="-122"/>
                <a:cs typeface="Segoe UI" panose="020B0502040204020203" pitchFamily="34" charset="-120"/>
              </a:rPr>
              <a:t>Pindah</a:t>
            </a:r>
            <a:r>
              <a:rPr lang="en-US" sz="1630" b="1" dirty="0">
                <a:solidFill>
                  <a:srgbClr val="04081E"/>
                </a:solidFill>
                <a:latin typeface="Segoe UI" panose="020B0502040204020203" pitchFamily="34" charset="0"/>
                <a:ea typeface="Segoe UI" panose="020B0502040204020203" pitchFamily="34" charset="-122"/>
                <a:cs typeface="Segoe UI" panose="020B0502040204020203" pitchFamily="34" charset="-120"/>
              </a:rPr>
              <a:t> </a:t>
            </a:r>
            <a:r>
              <a:rPr lang="en-US" sz="1630" b="1" dirty="0">
                <a:solidFill>
                  <a:srgbClr val="04081E"/>
                </a:solidFill>
                <a:latin typeface="Segoe UI" panose="020B0502040204020203" pitchFamily="34" charset="0"/>
                <a:ea typeface="Segoe UI" panose="020B0502040204020203" pitchFamily="34" charset="-122"/>
                <a:cs typeface="Segoe UI" panose="020B0502040204020203" pitchFamily="34" charset="-120"/>
              </a:rPr>
              <a:t>Kerajaan</a:t>
            </a:r>
            <a:endParaRPr lang="en-US" sz="1630" dirty="0"/>
          </a:p>
        </p:txBody>
      </p:sp>
      <p:sp>
        <p:nvSpPr>
          <p:cNvPr id="19" name="Text 9"/>
          <p:cNvSpPr/>
          <p:nvPr/>
        </p:nvSpPr>
        <p:spPr>
          <a:xfrm>
            <a:off x="696516" y="3659462"/>
            <a:ext cx="2129730" cy="827706"/>
          </a:xfrm>
          <a:prstGeom prst="rect">
            <a:avLst/>
          </a:prstGeom>
          <a:noFill/>
        </p:spPr>
        <p:txBody>
          <a:bodyPr wrap="none" lIns="0" tIns="0" rIns="0" bIns="0" rtlCol="0" anchor="t"/>
          <a:lstStyle/>
          <a:p>
            <a:pPr marL="0" indent="0" algn="l">
              <a:buNone/>
            </a:pPr>
            <a:r>
              <a:rPr lang="en-US" sz="1045" dirty="0">
                <a:solidFill>
                  <a:srgbClr val="1D2131"/>
                </a:solidFill>
                <a:latin typeface="Arial" panose="020B0604020202020204" pitchFamily="34" charset="0"/>
                <a:ea typeface="Arial" panose="020B0604020202020204" pitchFamily="34" charset="-122"/>
                <a:cs typeface="Arial" panose="020B0604020202020204" pitchFamily="34" charset="-120"/>
              </a:rPr>
              <a:t>Tuhan</a:t>
            </a:r>
            <a:r>
              <a:rPr lang="en-US" sz="1045" dirty="0">
                <a:solidFill>
                  <a:srgbClr val="1D2131"/>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1D2131"/>
                </a:solidFill>
                <a:latin typeface="Arial" panose="020B0604020202020204" pitchFamily="34" charset="0"/>
                <a:ea typeface="Arial" panose="020B0604020202020204" pitchFamily="34" charset="-122"/>
                <a:cs typeface="Arial" panose="020B0604020202020204" pitchFamily="34" charset="-120"/>
              </a:rPr>
              <a:t>mengganti</a:t>
            </a:r>
            <a:r>
              <a:rPr lang="en-US" sz="1045" dirty="0">
                <a:solidFill>
                  <a:srgbClr val="272A33"/>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1D1D31"/>
                </a:solidFill>
                <a:latin typeface="Arial" panose="020B0604020202020204" pitchFamily="34" charset="0"/>
                <a:ea typeface="Arial" panose="020B0604020202020204" pitchFamily="34" charset="-122"/>
                <a:cs typeface="Arial" panose="020B0604020202020204" pitchFamily="34" charset="-120"/>
              </a:rPr>
              <a:t>hati</a:t>
            </a:r>
            <a:r>
              <a:rPr lang="en-US" sz="1045" dirty="0">
                <a:solidFill>
                  <a:srgbClr val="262834"/>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212531"/>
                </a:solidFill>
                <a:latin typeface="Arial" panose="020B0604020202020204" pitchFamily="34" charset="0"/>
                <a:ea typeface="Arial" panose="020B0604020202020204" pitchFamily="34" charset="-122"/>
                <a:cs typeface="Arial" panose="020B0604020202020204" pitchFamily="34" charset="-120"/>
              </a:rPr>
              <a:t>kita</a:t>
            </a:r>
            <a:r>
              <a:rPr lang="en-US" sz="1045" dirty="0">
                <a:solidFill>
                  <a:srgbClr val="282737"/>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1D212D"/>
                </a:solidFill>
                <a:latin typeface="Arial" panose="020B0604020202020204" pitchFamily="34" charset="0"/>
                <a:ea typeface="Arial" panose="020B0604020202020204" pitchFamily="34" charset="-122"/>
                <a:cs typeface="Arial" panose="020B0604020202020204" pitchFamily="34" charset="-120"/>
              </a:rPr>
              <a:t>yang</a:t>
            </a:r>
            <a:r>
              <a:rPr lang="en-US" sz="1045" dirty="0">
                <a:solidFill>
                  <a:srgbClr val="1F1F27"/>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1D2131"/>
                </a:solidFill>
                <a:latin typeface="Arial" panose="020B0604020202020204" pitchFamily="34" charset="0"/>
                <a:ea typeface="Arial" panose="020B0604020202020204" pitchFamily="34" charset="-122"/>
                <a:cs typeface="Arial" panose="020B0604020202020204" pitchFamily="34" charset="-120"/>
              </a:rPr>
              <a:t>keras</a:t>
            </a:r>
            <a:endParaRPr lang="en-US" sz="1045" dirty="0"/>
          </a:p>
          <a:p>
            <a:pPr marL="0" indent="0" algn="l">
              <a:buNone/>
            </a:pPr>
            <a:r>
              <a:rPr lang="en-US" sz="1045" dirty="0">
                <a:solidFill>
                  <a:srgbClr val="1D2131"/>
                </a:solidFill>
                <a:latin typeface="Segoe UI" panose="020B0502040204020203" pitchFamily="34" charset="0"/>
                <a:ea typeface="Segoe UI" panose="020B0502040204020203" pitchFamily="34" charset="-122"/>
                <a:cs typeface="Segoe UI" panose="020B0502040204020203" pitchFamily="34" charset="-120"/>
              </a:rPr>
              <a:t>dengan</a:t>
            </a:r>
            <a:r>
              <a:rPr lang="en-US" sz="1045" dirty="0">
                <a:solidFill>
                  <a:srgbClr val="1D2131"/>
                </a:solidFill>
                <a:latin typeface="Segoe UI" panose="020B0502040204020203" pitchFamily="34" charset="0"/>
                <a:ea typeface="Segoe UI" panose="020B0502040204020203" pitchFamily="34" charset="-122"/>
                <a:cs typeface="Segoe UI" panose="020B0502040204020203" pitchFamily="34" charset="-120"/>
              </a:rPr>
              <a:t> </a:t>
            </a:r>
            <a:r>
              <a:rPr lang="en-US" sz="1045" dirty="0">
                <a:solidFill>
                  <a:srgbClr val="1D2131"/>
                </a:solidFill>
                <a:latin typeface="Segoe UI" panose="020B0502040204020203" pitchFamily="34" charset="0"/>
                <a:ea typeface="Segoe UI" panose="020B0502040204020203" pitchFamily="34" charset="-122"/>
                <a:cs typeface="Segoe UI" panose="020B0502040204020203" pitchFamily="34" charset="-120"/>
              </a:rPr>
              <a:t>hati</a:t>
            </a:r>
            <a:r>
              <a:rPr lang="en-US" sz="1045" dirty="0">
                <a:solidFill>
                  <a:srgbClr val="1D2027"/>
                </a:solidFill>
                <a:latin typeface="Segoe UI" panose="020B0502040204020203" pitchFamily="34" charset="0"/>
                <a:ea typeface="Segoe UI" panose="020B0502040204020203" pitchFamily="34" charset="-122"/>
                <a:cs typeface="Segoe UI" panose="020B0502040204020203" pitchFamily="34" charset="-120"/>
              </a:rPr>
              <a:t> </a:t>
            </a:r>
            <a:r>
              <a:rPr lang="en-US" sz="1045" dirty="0">
                <a:solidFill>
                  <a:srgbClr val="212535"/>
                </a:solidFill>
                <a:latin typeface="Segoe UI" panose="020B0502040204020203" pitchFamily="34" charset="0"/>
                <a:ea typeface="Segoe UI" panose="020B0502040204020203" pitchFamily="34" charset="-122"/>
                <a:cs typeface="Segoe UI" panose="020B0502040204020203" pitchFamily="34" charset="-120"/>
              </a:rPr>
              <a:t>yang</a:t>
            </a:r>
            <a:r>
              <a:rPr lang="en-US" sz="1045" dirty="0">
                <a:solidFill>
                  <a:srgbClr val="2C2B39"/>
                </a:solidFill>
                <a:latin typeface="Segoe UI" panose="020B0502040204020203" pitchFamily="34" charset="0"/>
                <a:ea typeface="Segoe UI" panose="020B0502040204020203" pitchFamily="34" charset="-122"/>
                <a:cs typeface="Segoe UI" panose="020B0502040204020203" pitchFamily="34" charset="-120"/>
              </a:rPr>
              <a:t> </a:t>
            </a:r>
            <a:r>
              <a:rPr lang="en-US" sz="1045" dirty="0">
                <a:solidFill>
                  <a:srgbClr val="1D2131"/>
                </a:solidFill>
                <a:latin typeface="Segoe UI" panose="020B0502040204020203" pitchFamily="34" charset="0"/>
                <a:ea typeface="Segoe UI" panose="020B0502040204020203" pitchFamily="34" charset="-122"/>
                <a:cs typeface="Segoe UI" panose="020B0502040204020203" pitchFamily="34" charset="-120"/>
              </a:rPr>
              <a:t>taat dan</a:t>
            </a:r>
            <a:r>
              <a:rPr lang="en-US" sz="1045" dirty="0">
                <a:solidFill>
                  <a:srgbClr val="232531"/>
                </a:solidFill>
                <a:latin typeface="Segoe UI" panose="020B0502040204020203" pitchFamily="34" charset="0"/>
                <a:ea typeface="Segoe UI" panose="020B0502040204020203" pitchFamily="34" charset="-122"/>
                <a:cs typeface="Segoe UI" panose="020B0502040204020203" pitchFamily="34" charset="-120"/>
              </a:rPr>
              <a:t> </a:t>
            </a:r>
            <a:r>
              <a:rPr lang="en-US" sz="1045" dirty="0">
                <a:solidFill>
                  <a:srgbClr val="1D1D2D"/>
                </a:solidFill>
                <a:latin typeface="Segoe UI" panose="020B0502040204020203" pitchFamily="34" charset="0"/>
                <a:ea typeface="Segoe UI" panose="020B0502040204020203" pitchFamily="34" charset="-122"/>
                <a:cs typeface="Segoe UI" panose="020B0502040204020203" pitchFamily="34" charset="-120"/>
              </a:rPr>
              <a:t>menaruh</a:t>
            </a:r>
            <a:endParaRPr lang="en-US" sz="1045" dirty="0"/>
          </a:p>
          <a:p>
            <a:pPr marL="0" indent="0" algn="l">
              <a:buNone/>
            </a:pPr>
            <a:r>
              <a:rPr lang="en-US" sz="1045" dirty="0">
                <a:solidFill>
                  <a:srgbClr val="191D31"/>
                </a:solidFill>
                <a:latin typeface="Arial" panose="020B0604020202020204" pitchFamily="34" charset="0"/>
                <a:ea typeface="Arial" panose="020B0604020202020204" pitchFamily="34" charset="-122"/>
                <a:cs typeface="Arial" panose="020B0604020202020204" pitchFamily="34" charset="-120"/>
              </a:rPr>
              <a:t>Roh-Nya</a:t>
            </a:r>
            <a:r>
              <a:rPr lang="en-US" sz="1045" dirty="0">
                <a:solidFill>
                  <a:srgbClr val="1F212E"/>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212535"/>
                </a:solidFill>
                <a:latin typeface="Arial" panose="020B0604020202020204" pitchFamily="34" charset="0"/>
                <a:ea typeface="Arial" panose="020B0604020202020204" pitchFamily="34" charset="-122"/>
                <a:cs typeface="Arial" panose="020B0604020202020204" pitchFamily="34" charset="-120"/>
              </a:rPr>
              <a:t>di</a:t>
            </a:r>
            <a:r>
              <a:rPr lang="en-US" sz="1045" dirty="0">
                <a:solidFill>
                  <a:srgbClr val="2F333E"/>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1D212D"/>
                </a:solidFill>
                <a:latin typeface="Arial" panose="020B0604020202020204" pitchFamily="34" charset="0"/>
                <a:ea typeface="Arial" panose="020B0604020202020204" pitchFamily="34" charset="-122"/>
                <a:cs typeface="Arial" panose="020B0604020202020204" pitchFamily="34" charset="-120"/>
              </a:rPr>
              <a:t>dalam</a:t>
            </a:r>
            <a:r>
              <a:rPr lang="en-US" sz="1045" dirty="0">
                <a:solidFill>
                  <a:srgbClr val="23212C"/>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212535"/>
                </a:solidFill>
                <a:latin typeface="Arial" panose="020B0604020202020204" pitchFamily="34" charset="0"/>
                <a:ea typeface="Arial" panose="020B0604020202020204" pitchFamily="34" charset="-122"/>
                <a:cs typeface="Arial" panose="020B0604020202020204" pitchFamily="34" charset="-120"/>
              </a:rPr>
              <a:t>kita.</a:t>
            </a:r>
            <a:endParaRPr lang="en-US" sz="1045" dirty="0"/>
          </a:p>
          <a:p>
            <a:pPr marL="0" indent="0" algn="l">
              <a:buNone/>
            </a:pPr>
            <a:r>
              <a:rPr lang="en-US" sz="1045" dirty="0">
                <a:solidFill>
                  <a:srgbClr val="295DD9"/>
                </a:solidFill>
                <a:latin typeface="Arial" panose="020B0604020202020204" pitchFamily="34" charset="0"/>
                <a:ea typeface="Arial" panose="020B0604020202020204" pitchFamily="34" charset="-122"/>
                <a:cs typeface="Arial" panose="020B0604020202020204" pitchFamily="34" charset="-120"/>
              </a:rPr>
              <a:t>(Yehezkiel</a:t>
            </a:r>
            <a:r>
              <a:rPr lang="en-US" sz="1045" dirty="0">
                <a:solidFill>
                  <a:srgbClr val="3E5BA7"/>
                </a:solidFill>
                <a:latin typeface="Arial" panose="020B0604020202020204" pitchFamily="34" charset="0"/>
                <a:ea typeface="Arial" panose="020B0604020202020204" pitchFamily="34" charset="-122"/>
                <a:cs typeface="Arial" panose="020B0604020202020204" pitchFamily="34" charset="-120"/>
              </a:rPr>
              <a:t> </a:t>
            </a:r>
            <a:r>
              <a:rPr lang="en-US" sz="1045" dirty="0">
                <a:solidFill>
                  <a:srgbClr val="3161D9"/>
                </a:solidFill>
                <a:latin typeface="Arial" panose="020B0604020202020204" pitchFamily="34" charset="0"/>
                <a:ea typeface="Arial" panose="020B0604020202020204" pitchFamily="34" charset="-122"/>
                <a:cs typeface="Arial" panose="020B0604020202020204" pitchFamily="34" charset="-120"/>
              </a:rPr>
              <a:t>36:26-27)</a:t>
            </a:r>
            <a:endParaRPr lang="en-US" sz="1045" dirty="0"/>
          </a:p>
        </p:txBody>
      </p:sp>
      <p:sp>
        <p:nvSpPr>
          <p:cNvPr id="20" name="Text 10"/>
          <p:cNvSpPr/>
          <p:nvPr/>
        </p:nvSpPr>
        <p:spPr>
          <a:xfrm>
            <a:off x="3455789" y="3664345"/>
            <a:ext cx="2152055" cy="822823"/>
          </a:xfrm>
          <a:prstGeom prst="rect">
            <a:avLst/>
          </a:prstGeom>
          <a:noFill/>
        </p:spPr>
        <p:txBody>
          <a:bodyPr wrap="none" lIns="0" tIns="0" rIns="0" bIns="0" rtlCol="0" anchor="t"/>
          <a:lstStyle/>
          <a:p>
            <a:pPr marL="0" indent="0" algn="l">
              <a:buNone/>
            </a:pPr>
            <a:r>
              <a:rPr lang="en-US" sz="1005" dirty="0">
                <a:solidFill>
                  <a:srgbClr val="1D2131"/>
                </a:solidFill>
                <a:latin typeface="Arial" panose="020B0604020202020204" pitchFamily="34" charset="0"/>
                <a:ea typeface="Arial" panose="020B0604020202020204" pitchFamily="34" charset="-122"/>
                <a:cs typeface="Arial" panose="020B0604020202020204" pitchFamily="34" charset="-120"/>
              </a:rPr>
              <a:t>Dari status</a:t>
            </a:r>
            <a:r>
              <a:rPr lang="en-US" sz="1005" dirty="0">
                <a:solidFill>
                  <a:srgbClr val="22252C"/>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91D2D"/>
                </a:solidFill>
                <a:latin typeface="Arial" panose="020B0604020202020204" pitchFamily="34" charset="0"/>
                <a:ea typeface="Arial" panose="020B0604020202020204" pitchFamily="34" charset="-122"/>
                <a:cs typeface="Arial" panose="020B0604020202020204" pitchFamily="34" charset="-120"/>
              </a:rPr>
              <a:t>musuh</a:t>
            </a:r>
            <a:r>
              <a:rPr lang="en-US" sz="1005" dirty="0">
                <a:solidFill>
                  <a:srgbClr val="1F222B"/>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12131"/>
                </a:solidFill>
                <a:latin typeface="Arial" panose="020B0604020202020204" pitchFamily="34" charset="0"/>
                <a:ea typeface="Arial" panose="020B0604020202020204" pitchFamily="34" charset="-122"/>
                <a:cs typeface="Arial" panose="020B0604020202020204" pitchFamily="34" charset="-120"/>
              </a:rPr>
              <a:t>atau</a:t>
            </a:r>
            <a:r>
              <a:rPr lang="en-US" sz="1005" dirty="0">
                <a:solidFill>
                  <a:srgbClr val="2B2B33"/>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D1D2D"/>
                </a:solidFill>
                <a:latin typeface="Arial" panose="020B0604020202020204" pitchFamily="34" charset="0"/>
                <a:ea typeface="Arial" panose="020B0604020202020204" pitchFamily="34" charset="-122"/>
                <a:cs typeface="Arial" panose="020B0604020202020204" pitchFamily="34" charset="-120"/>
              </a:rPr>
              <a:t>orang</a:t>
            </a:r>
            <a:r>
              <a:rPr lang="en-US" sz="1005" dirty="0">
                <a:solidFill>
                  <a:srgbClr val="1D1E30"/>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12131"/>
                </a:solidFill>
                <a:latin typeface="Arial" panose="020B0604020202020204" pitchFamily="34" charset="0"/>
                <a:ea typeface="Arial" panose="020B0604020202020204" pitchFamily="34" charset="-122"/>
                <a:cs typeface="Arial" panose="020B0604020202020204" pitchFamily="34" charset="-120"/>
              </a:rPr>
              <a:t>asing,</a:t>
            </a:r>
            <a:endParaRPr lang="en-US" sz="1005" dirty="0"/>
          </a:p>
          <a:p>
            <a:pPr marL="0" indent="0" algn="l">
              <a:buNone/>
            </a:pPr>
            <a:r>
              <a:rPr lang="en-US" sz="1005" dirty="0">
                <a:solidFill>
                  <a:srgbClr val="1D2131"/>
                </a:solidFill>
                <a:latin typeface="Arial" panose="020B0604020202020204" pitchFamily="34" charset="0"/>
                <a:ea typeface="Arial" panose="020B0604020202020204" pitchFamily="34" charset="-122"/>
                <a:cs typeface="Arial" panose="020B0604020202020204" pitchFamily="34" charset="-120"/>
              </a:rPr>
              <a:t>kita</a:t>
            </a:r>
            <a:r>
              <a:rPr lang="en-US" sz="1005" dirty="0">
                <a:solidFill>
                  <a:srgbClr val="1D2131"/>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D2131"/>
                </a:solidFill>
                <a:latin typeface="Arial" panose="020B0604020202020204" pitchFamily="34" charset="0"/>
                <a:ea typeface="Arial" panose="020B0604020202020204" pitchFamily="34" charset="-122"/>
                <a:cs typeface="Arial" panose="020B0604020202020204" pitchFamily="34" charset="-120"/>
              </a:rPr>
              <a:t>diangkat</a:t>
            </a:r>
            <a:r>
              <a:rPr lang="en-US" sz="1005" dirty="0">
                <a:solidFill>
                  <a:srgbClr val="232635"/>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12535"/>
                </a:solidFill>
                <a:latin typeface="Arial" panose="020B0604020202020204" pitchFamily="34" charset="0"/>
                <a:ea typeface="Arial" panose="020B0604020202020204" pitchFamily="34" charset="-122"/>
                <a:cs typeface="Arial" panose="020B0604020202020204" pitchFamily="34" charset="-120"/>
              </a:rPr>
              <a:t>menjadi</a:t>
            </a:r>
            <a:r>
              <a:rPr lang="en-US" sz="1005" dirty="0">
                <a:solidFill>
                  <a:srgbClr val="202636"/>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12131"/>
                </a:solidFill>
                <a:latin typeface="Arial" panose="020B0604020202020204" pitchFamily="34" charset="0"/>
                <a:ea typeface="Arial" panose="020B0604020202020204" pitchFamily="34" charset="-122"/>
                <a:cs typeface="Arial" panose="020B0604020202020204" pitchFamily="34" charset="-120"/>
              </a:rPr>
              <a:t>anak-anak</a:t>
            </a:r>
            <a:r>
              <a:rPr lang="en-US" sz="1005" dirty="0">
                <a:solidFill>
                  <a:srgbClr val="252736"/>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D2131"/>
                </a:solidFill>
                <a:latin typeface="Arial" panose="020B0604020202020204" pitchFamily="34" charset="0"/>
                <a:ea typeface="Arial" panose="020B0604020202020204" pitchFamily="34" charset="-122"/>
                <a:cs typeface="Arial" panose="020B0604020202020204" pitchFamily="34" charset="-120"/>
              </a:rPr>
              <a:t>Allah</a:t>
            </a:r>
            <a:endParaRPr lang="en-US" sz="1005" dirty="0"/>
          </a:p>
          <a:p>
            <a:pPr marL="0" indent="0" algn="l">
              <a:buNone/>
            </a:pPr>
            <a:r>
              <a:rPr lang="en-US" sz="1005" dirty="0">
                <a:solidFill>
                  <a:srgbClr val="191D2D"/>
                </a:solidFill>
                <a:latin typeface="Arial" panose="020B0604020202020204" pitchFamily="34" charset="0"/>
                <a:ea typeface="Arial" panose="020B0604020202020204" pitchFamily="34" charset="-122"/>
                <a:cs typeface="Arial" panose="020B0604020202020204" pitchFamily="34" charset="-120"/>
              </a:rPr>
              <a:t>yang</a:t>
            </a:r>
            <a:r>
              <a:rPr lang="en-US" sz="1005" dirty="0">
                <a:solidFill>
                  <a:srgbClr val="2A2D3C"/>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12135"/>
                </a:solidFill>
                <a:latin typeface="Arial" panose="020B0604020202020204" pitchFamily="34" charset="0"/>
                <a:ea typeface="Arial" panose="020B0604020202020204" pitchFamily="34" charset="-122"/>
                <a:cs typeface="Arial" panose="020B0604020202020204" pitchFamily="34" charset="-120"/>
              </a:rPr>
              <a:t>sah.</a:t>
            </a:r>
            <a:endParaRPr lang="en-US" sz="1005" dirty="0"/>
          </a:p>
          <a:p>
            <a:pPr marL="0" indent="0" algn="l">
              <a:buNone/>
            </a:pPr>
            <a:r>
              <a:rPr lang="en-US" sz="1005" dirty="0">
                <a:solidFill>
                  <a:srgbClr val="2D59D5"/>
                </a:solidFill>
                <a:latin typeface="Arial" panose="020B0604020202020204" pitchFamily="34" charset="0"/>
                <a:ea typeface="Arial" panose="020B0604020202020204" pitchFamily="34" charset="-122"/>
                <a:cs typeface="Arial" panose="020B0604020202020204" pitchFamily="34" charset="-120"/>
              </a:rPr>
              <a:t>(Yohanes</a:t>
            </a:r>
            <a:r>
              <a:rPr lang="en-US" sz="1005" dirty="0">
                <a:solidFill>
                  <a:srgbClr val="4161B8"/>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2D61D5"/>
                </a:solidFill>
                <a:latin typeface="Arial" panose="020B0604020202020204" pitchFamily="34" charset="0"/>
                <a:ea typeface="Arial" panose="020B0604020202020204" pitchFamily="34" charset="-122"/>
                <a:cs typeface="Arial" panose="020B0604020202020204" pitchFamily="34" charset="-120"/>
              </a:rPr>
              <a:t>1:12)</a:t>
            </a:r>
            <a:endParaRPr lang="en-US" sz="1005" dirty="0"/>
          </a:p>
        </p:txBody>
      </p:sp>
      <p:sp>
        <p:nvSpPr>
          <p:cNvPr id="21" name="Text 11"/>
          <p:cNvSpPr/>
          <p:nvPr/>
        </p:nvSpPr>
        <p:spPr>
          <a:xfrm>
            <a:off x="6237387" y="3660016"/>
            <a:ext cx="2080617" cy="831617"/>
          </a:xfrm>
          <a:prstGeom prst="rect">
            <a:avLst/>
          </a:prstGeom>
          <a:noFill/>
        </p:spPr>
        <p:txBody>
          <a:bodyPr wrap="none" lIns="0" tIns="0" rIns="0" bIns="0" rtlCol="0" anchor="t"/>
          <a:lstStyle/>
          <a:p>
            <a:pPr marL="0" indent="0" algn="l">
              <a:buNone/>
            </a:pPr>
            <a:r>
              <a:rPr lang="en-US" sz="995" dirty="0">
                <a:solidFill>
                  <a:srgbClr val="212535"/>
                </a:solidFill>
                <a:latin typeface="Arial" panose="020B0604020202020204" pitchFamily="34" charset="0"/>
                <a:ea typeface="Arial" panose="020B0604020202020204" pitchFamily="34" charset="-122"/>
                <a:cs typeface="Arial" panose="020B0604020202020204" pitchFamily="34" charset="-120"/>
              </a:rPr>
              <a:t>Kita</a:t>
            </a:r>
            <a:r>
              <a:rPr lang="en-US" sz="995" dirty="0">
                <a:solidFill>
                  <a:srgbClr val="282A39"/>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91D2D"/>
                </a:solidFill>
                <a:latin typeface="Arial" panose="020B0604020202020204" pitchFamily="34" charset="0"/>
                <a:ea typeface="Arial" panose="020B0604020202020204" pitchFamily="34" charset="-122"/>
                <a:cs typeface="Arial" panose="020B0604020202020204" pitchFamily="34" charset="-120"/>
              </a:rPr>
              <a:t>dipindahkan</a:t>
            </a:r>
            <a:r>
              <a:rPr lang="en-US" sz="995" dirty="0">
                <a:solidFill>
                  <a:srgbClr val="242738"/>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92131"/>
                </a:solidFill>
                <a:latin typeface="Arial" panose="020B0604020202020204" pitchFamily="34" charset="0"/>
                <a:ea typeface="Arial" panose="020B0604020202020204" pitchFamily="34" charset="-122"/>
                <a:cs typeface="Arial" panose="020B0604020202020204" pitchFamily="34" charset="-120"/>
              </a:rPr>
              <a:t>dari</a:t>
            </a:r>
            <a:r>
              <a:rPr lang="en-US" sz="995" dirty="0">
                <a:solidFill>
                  <a:srgbClr val="282B34"/>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D2131"/>
                </a:solidFill>
                <a:latin typeface="Arial" panose="020B0604020202020204" pitchFamily="34" charset="0"/>
                <a:ea typeface="Arial" panose="020B0604020202020204" pitchFamily="34" charset="-122"/>
                <a:cs typeface="Arial" panose="020B0604020202020204" pitchFamily="34" charset="-120"/>
              </a:rPr>
              <a:t>'kerajaan</a:t>
            </a:r>
            <a:endParaRPr lang="en-US" sz="995" dirty="0"/>
          </a:p>
          <a:p>
            <a:pPr marL="0" indent="0" algn="l">
              <a:buNone/>
            </a:pPr>
            <a:r>
              <a:rPr lang="en-US" sz="995" dirty="0">
                <a:solidFill>
                  <a:srgbClr val="212131"/>
                </a:solidFill>
                <a:latin typeface="Arial" panose="020B0604020202020204" pitchFamily="34" charset="0"/>
                <a:ea typeface="Arial" panose="020B0604020202020204" pitchFamily="34" charset="-122"/>
                <a:cs typeface="Arial" panose="020B0604020202020204" pitchFamily="34" charset="-120"/>
              </a:rPr>
              <a:t>kegelapan'</a:t>
            </a:r>
            <a:r>
              <a:rPr lang="en-US" sz="995" dirty="0">
                <a:solidFill>
                  <a:srgbClr val="2F3140"/>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212531"/>
                </a:solidFill>
                <a:latin typeface="Arial" panose="020B0604020202020204" pitchFamily="34" charset="0"/>
                <a:ea typeface="Arial" panose="020B0604020202020204" pitchFamily="34" charset="-122"/>
                <a:cs typeface="Arial" panose="020B0604020202020204" pitchFamily="34" charset="-120"/>
              </a:rPr>
              <a:t>ke</a:t>
            </a:r>
            <a:r>
              <a:rPr lang="en-US" sz="995" dirty="0">
                <a:solidFill>
                  <a:srgbClr val="32323E"/>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D2131"/>
                </a:solidFill>
                <a:latin typeface="Arial" panose="020B0604020202020204" pitchFamily="34" charset="0"/>
                <a:ea typeface="Arial" panose="020B0604020202020204" pitchFamily="34" charset="-122"/>
                <a:cs typeface="Arial" panose="020B0604020202020204" pitchFamily="34" charset="-120"/>
              </a:rPr>
              <a:t>dalam 'Kerajaan</a:t>
            </a:r>
            <a:r>
              <a:rPr lang="en-US" sz="995" dirty="0">
                <a:solidFill>
                  <a:srgbClr val="23262F"/>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91D2D"/>
                </a:solidFill>
                <a:latin typeface="Arial" panose="020B0604020202020204" pitchFamily="34" charset="0"/>
                <a:ea typeface="Arial" panose="020B0604020202020204" pitchFamily="34" charset="-122"/>
                <a:cs typeface="Arial" panose="020B0604020202020204" pitchFamily="34" charset="-120"/>
              </a:rPr>
              <a:t>Anak-</a:t>
            </a:r>
            <a:endParaRPr lang="en-US" sz="995" dirty="0"/>
          </a:p>
          <a:p>
            <a:pPr marL="0" indent="0" algn="l">
              <a:buNone/>
            </a:pPr>
            <a:r>
              <a:rPr lang="en-US" sz="995" dirty="0">
                <a:solidFill>
                  <a:srgbClr val="1D2135"/>
                </a:solidFill>
                <a:latin typeface="Arial" panose="020B0604020202020204" pitchFamily="34" charset="0"/>
                <a:ea typeface="Arial" panose="020B0604020202020204" pitchFamily="34" charset="-122"/>
                <a:cs typeface="Arial" panose="020B0604020202020204" pitchFamily="34" charset="-120"/>
              </a:rPr>
              <a:t>Nya</a:t>
            </a:r>
            <a:r>
              <a:rPr lang="en-US" sz="995" dirty="0">
                <a:solidFill>
                  <a:srgbClr val="1D2135"/>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D2135"/>
                </a:solidFill>
                <a:latin typeface="Arial" panose="020B0604020202020204" pitchFamily="34" charset="0"/>
                <a:ea typeface="Arial" panose="020B0604020202020204" pitchFamily="34" charset="-122"/>
                <a:cs typeface="Arial" panose="020B0604020202020204" pitchFamily="34" charset="-120"/>
              </a:rPr>
              <a:t>yang</a:t>
            </a:r>
            <a:r>
              <a:rPr lang="en-US" sz="995" dirty="0">
                <a:solidFill>
                  <a:srgbClr val="313340"/>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1D2131"/>
                </a:solidFill>
                <a:latin typeface="Arial" panose="020B0604020202020204" pitchFamily="34" charset="0"/>
                <a:ea typeface="Arial" panose="020B0604020202020204" pitchFamily="34" charset="-122"/>
                <a:cs typeface="Arial" panose="020B0604020202020204" pitchFamily="34" charset="-120"/>
              </a:rPr>
              <a:t>kekasih'.</a:t>
            </a:r>
            <a:endParaRPr lang="en-US" sz="995" dirty="0"/>
          </a:p>
          <a:p>
            <a:pPr marL="0" indent="0" algn="l">
              <a:buNone/>
            </a:pPr>
            <a:r>
              <a:rPr lang="en-US" sz="995" dirty="0">
                <a:solidFill>
                  <a:srgbClr val="2D59D9"/>
                </a:solidFill>
                <a:latin typeface="Arial" panose="020B0604020202020204" pitchFamily="34" charset="0"/>
                <a:ea typeface="Arial" panose="020B0604020202020204" pitchFamily="34" charset="-122"/>
                <a:cs typeface="Arial" panose="020B0604020202020204" pitchFamily="34" charset="-120"/>
              </a:rPr>
              <a:t>(Kolose</a:t>
            </a:r>
            <a:r>
              <a:rPr lang="en-US" sz="995" dirty="0">
                <a:solidFill>
                  <a:srgbClr val="4563AC"/>
                </a:solidFill>
                <a:latin typeface="Arial" panose="020B0604020202020204" pitchFamily="34" charset="0"/>
                <a:ea typeface="Arial" panose="020B0604020202020204" pitchFamily="34" charset="-122"/>
                <a:cs typeface="Arial" panose="020B0604020202020204" pitchFamily="34" charset="-120"/>
              </a:rPr>
              <a:t> </a:t>
            </a:r>
            <a:r>
              <a:rPr lang="en-US" sz="995" dirty="0">
                <a:solidFill>
                  <a:srgbClr val="315DD9"/>
                </a:solidFill>
                <a:latin typeface="Arial" panose="020B0604020202020204" pitchFamily="34" charset="0"/>
                <a:ea typeface="Arial" panose="020B0604020202020204" pitchFamily="34" charset="-122"/>
                <a:cs typeface="Arial" panose="020B0604020202020204" pitchFamily="34" charset="-120"/>
              </a:rPr>
              <a:t>1:13)</a:t>
            </a:r>
            <a:endParaRPr lang="en-US" sz="99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593824" y="3335238"/>
            <a:ext cx="473273" cy="477738"/>
          </a:xfrm>
          <a:prstGeom prst="rect">
            <a:avLst/>
          </a:prstGeom>
        </p:spPr>
      </p:pic>
      <p:pic>
        <p:nvPicPr>
          <p:cNvPr id="4" name="Image 2" descr="visual 4"/>
          <p:cNvPicPr>
            <a:picLocks noChangeAspect="1"/>
          </p:cNvPicPr>
          <p:nvPr/>
        </p:nvPicPr>
        <p:blipFill>
          <a:blip r:embed="rId3"/>
          <a:stretch>
            <a:fillRect/>
          </a:stretch>
        </p:blipFill>
        <p:spPr>
          <a:xfrm>
            <a:off x="5808762" y="1701105"/>
            <a:ext cx="2286000" cy="3027164"/>
          </a:xfrm>
          <a:prstGeom prst="rect">
            <a:avLst/>
          </a:prstGeom>
        </p:spPr>
      </p:pic>
      <p:pic>
        <p:nvPicPr>
          <p:cNvPr id="5" name="Image 3" descr="visual 5"/>
          <p:cNvPicPr>
            <a:picLocks noChangeAspect="1"/>
          </p:cNvPicPr>
          <p:nvPr/>
        </p:nvPicPr>
        <p:blipFill>
          <a:blip r:embed="rId4"/>
          <a:stretch>
            <a:fillRect/>
          </a:stretch>
        </p:blipFill>
        <p:spPr>
          <a:xfrm>
            <a:off x="687586" y="3464719"/>
            <a:ext cx="285750" cy="227707"/>
          </a:xfrm>
          <a:prstGeom prst="rect">
            <a:avLst/>
          </a:prstGeom>
        </p:spPr>
      </p:pic>
      <p:pic>
        <p:nvPicPr>
          <p:cNvPr id="6" name="Image 4" descr="visual 8"/>
          <p:cNvPicPr>
            <a:picLocks noChangeAspect="1"/>
          </p:cNvPicPr>
          <p:nvPr/>
        </p:nvPicPr>
        <p:blipFill>
          <a:blip r:embed="rId5"/>
          <a:stretch>
            <a:fillRect/>
          </a:stretch>
        </p:blipFill>
        <p:spPr>
          <a:xfrm>
            <a:off x="6228457" y="1777008"/>
            <a:ext cx="1580555" cy="1460004"/>
          </a:xfrm>
          <a:prstGeom prst="rect">
            <a:avLst/>
          </a:prstGeom>
        </p:spPr>
      </p:pic>
      <p:sp>
        <p:nvSpPr>
          <p:cNvPr id="7" name="Text 0"/>
          <p:cNvSpPr/>
          <p:nvPr/>
        </p:nvSpPr>
        <p:spPr>
          <a:xfrm>
            <a:off x="442020" y="403999"/>
            <a:ext cx="8090297" cy="454540"/>
          </a:xfrm>
          <a:prstGeom prst="rect">
            <a:avLst/>
          </a:prstGeom>
          <a:noFill/>
        </p:spPr>
        <p:txBody>
          <a:bodyPr wrap="none" lIns="0" tIns="0" rIns="0" bIns="0" rtlCol="0" anchor="t"/>
          <a:lstStyle/>
          <a:p>
            <a:pPr marL="0" indent="0" algn="l">
              <a:buNone/>
            </a:pP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Bagaimana </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Kita</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 </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Menghidupi</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 </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Kehidupan Baru </a:t>
            </a:r>
            <a:r>
              <a:rPr lang="en-US" sz="2865" b="1" dirty="0">
                <a:solidFill>
                  <a:srgbClr val="11151B"/>
                </a:solidFill>
                <a:latin typeface="Segoe UI" panose="020B0502040204020203" pitchFamily="34" charset="0"/>
                <a:ea typeface="Segoe UI" panose="020B0502040204020203" pitchFamily="34" charset="-122"/>
                <a:cs typeface="Segoe UI" panose="020B0502040204020203" pitchFamily="34" charset="-120"/>
              </a:rPr>
              <a:t>Ini?</a:t>
            </a:r>
            <a:endParaRPr lang="en-US" sz="2865" dirty="0"/>
          </a:p>
        </p:txBody>
      </p:sp>
      <p:sp>
        <p:nvSpPr>
          <p:cNvPr id="8" name="Text 1"/>
          <p:cNvSpPr/>
          <p:nvPr/>
        </p:nvSpPr>
        <p:spPr>
          <a:xfrm>
            <a:off x="781348" y="1350169"/>
            <a:ext cx="102691" cy="118765"/>
          </a:xfrm>
          <a:prstGeom prst="rect">
            <a:avLst/>
          </a:prstGeom>
          <a:noFill/>
        </p:spPr>
        <p:txBody>
          <a:bodyPr wrap="none" lIns="0" tIns="0" rIns="0" bIns="0" rtlCol="0" anchor="t"/>
          <a:lstStyle/>
          <a:p>
            <a:pPr marL="0" indent="0" algn="l">
              <a:buNone/>
            </a:pPr>
            <a:r>
              <a:rPr lang="en-US" sz="705" b="1" dirty="0">
                <a:solidFill>
                  <a:srgbClr val="FFFFFF"/>
                </a:solidFill>
                <a:latin typeface="Tahoma" panose="020B0604030504040204" pitchFamily="34" charset="0"/>
                <a:ea typeface="Tahoma" panose="020B0604030504040204" pitchFamily="34" charset="-122"/>
                <a:cs typeface="Tahoma" panose="020B0604030504040204" pitchFamily="34" charset="-120"/>
              </a:rPr>
              <a:t>+</a:t>
            </a:r>
            <a:endParaRPr lang="en-US" sz="705" dirty="0"/>
          </a:p>
        </p:txBody>
      </p:sp>
      <p:sp>
        <p:nvSpPr>
          <p:cNvPr id="9" name="Text 2"/>
          <p:cNvSpPr/>
          <p:nvPr/>
        </p:nvSpPr>
        <p:spPr>
          <a:xfrm>
            <a:off x="1357313" y="1349114"/>
            <a:ext cx="133945" cy="197865"/>
          </a:xfrm>
          <a:prstGeom prst="rect">
            <a:avLst/>
          </a:prstGeom>
          <a:noFill/>
        </p:spPr>
        <p:txBody>
          <a:bodyPr wrap="none" lIns="0" tIns="0" rIns="0" bIns="0" rtlCol="0" anchor="t"/>
          <a:lstStyle/>
          <a:p>
            <a:pPr marL="0" indent="0" algn="l">
              <a:buNone/>
            </a:pPr>
            <a:r>
              <a:rPr lang="en-US" sz="1245" b="1" dirty="0">
                <a:solidFill>
                  <a:srgbClr val="FFFFFF"/>
                </a:solidFill>
                <a:latin typeface="Segoe UI" panose="020B0502040204020203" pitchFamily="34" charset="0"/>
                <a:ea typeface="Segoe UI" panose="020B0502040204020203" pitchFamily="34" charset="-122"/>
                <a:cs typeface="Segoe UI" panose="020B0502040204020203" pitchFamily="34" charset="-120"/>
              </a:rPr>
              <a:t>1.</a:t>
            </a:r>
            <a:endParaRPr lang="en-US" sz="1245" dirty="0"/>
          </a:p>
        </p:txBody>
      </p:sp>
      <p:sp>
        <p:nvSpPr>
          <p:cNvPr id="10" name="Text 3"/>
          <p:cNvSpPr/>
          <p:nvPr/>
        </p:nvSpPr>
        <p:spPr>
          <a:xfrm>
            <a:off x="1692275" y="1231265"/>
            <a:ext cx="2732405" cy="206375"/>
          </a:xfrm>
          <a:prstGeom prst="rect">
            <a:avLst/>
          </a:prstGeom>
          <a:noFill/>
        </p:spPr>
        <p:txBody>
          <a:bodyPr wrap="none" lIns="0" tIns="0" rIns="0" bIns="0" rtlCol="0" anchor="t"/>
          <a:lstStyle/>
          <a:p>
            <a:pPr marL="0" indent="0" algn="l">
              <a:buNone/>
            </a:pPr>
            <a:r>
              <a:rPr lang="en-US" sz="1200" b="1" dirty="0">
                <a:solidFill>
                  <a:srgbClr val="0E121A"/>
                </a:solidFill>
                <a:latin typeface="Segoe UI" panose="020B0502040204020203" pitchFamily="34" charset="0"/>
                <a:ea typeface="Segoe UI" panose="020B0502040204020203" pitchFamily="34" charset="-122"/>
                <a:cs typeface="Segoe UI" panose="020B0502040204020203" pitchFamily="34" charset="-120"/>
              </a:rPr>
              <a:t>Memiliki Kesadaran Kehadiran Tuhan </a:t>
            </a:r>
            <a:endParaRPr lang="en-US" sz="1200" b="1" dirty="0">
              <a:solidFill>
                <a:srgbClr val="0E121A"/>
              </a:solidFill>
              <a:latin typeface="Segoe UI" panose="020B0502040204020203" pitchFamily="34" charset="0"/>
              <a:ea typeface="Segoe UI" panose="020B0502040204020203" pitchFamily="34" charset="-122"/>
              <a:cs typeface="Segoe UI" panose="020B0502040204020203" pitchFamily="34" charset="-120"/>
            </a:endParaRPr>
          </a:p>
          <a:p>
            <a:pPr marL="0" indent="0" algn="l">
              <a:buNone/>
            </a:pPr>
            <a:r>
              <a:rPr lang="en-US" sz="1200" b="1" dirty="0">
                <a:solidFill>
                  <a:srgbClr val="0E121A"/>
                </a:solidFill>
                <a:latin typeface="Segoe UI" panose="020B0502040204020203" pitchFamily="34" charset="0"/>
                <a:ea typeface="Segoe UI" panose="020B0502040204020203" pitchFamily="34" charset="-122"/>
                <a:cs typeface="Segoe UI" panose="020B0502040204020203" pitchFamily="34" charset="-120"/>
              </a:rPr>
              <a:t>dan hal Rohani dalam Hidup</a:t>
            </a:r>
            <a:endParaRPr lang="en-US" sz="1200" b="1" dirty="0">
              <a:solidFill>
                <a:srgbClr val="0E121A"/>
              </a:solidFill>
              <a:latin typeface="Segoe UI" panose="020B0502040204020203" pitchFamily="34" charset="0"/>
              <a:ea typeface="Segoe UI" panose="020B0502040204020203" pitchFamily="34" charset="-122"/>
              <a:cs typeface="Segoe UI" panose="020B0502040204020203" pitchFamily="34" charset="-120"/>
            </a:endParaRPr>
          </a:p>
        </p:txBody>
      </p:sp>
      <p:sp>
        <p:nvSpPr>
          <p:cNvPr id="13" name="Text 6"/>
          <p:cNvSpPr/>
          <p:nvPr/>
        </p:nvSpPr>
        <p:spPr>
          <a:xfrm>
            <a:off x="1209973" y="3492766"/>
            <a:ext cx="1227832" cy="189627"/>
          </a:xfrm>
          <a:prstGeom prst="rect">
            <a:avLst/>
          </a:prstGeom>
          <a:noFill/>
        </p:spPr>
        <p:txBody>
          <a:bodyPr wrap="none" lIns="0" tIns="0" rIns="0" bIns="0" rtlCol="0" anchor="t"/>
          <a:lstStyle/>
          <a:p>
            <a:pPr marL="0" indent="0" algn="l">
              <a:buNone/>
            </a:pP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Yohanes</a:t>
            </a: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 </a:t>
            </a: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3:3 (TB)</a:t>
            </a:r>
            <a:endParaRPr lang="en-US" sz="1195" dirty="0"/>
          </a:p>
        </p:txBody>
      </p:sp>
      <p:sp>
        <p:nvSpPr>
          <p:cNvPr id="14" name="Text 7"/>
          <p:cNvSpPr/>
          <p:nvPr/>
        </p:nvSpPr>
        <p:spPr>
          <a:xfrm>
            <a:off x="638473" y="3941191"/>
            <a:ext cx="3429000" cy="179860"/>
          </a:xfrm>
          <a:prstGeom prst="rect">
            <a:avLst/>
          </a:prstGeom>
          <a:noFill/>
        </p:spPr>
        <p:txBody>
          <a:bodyPr wrap="none" lIns="0" tIns="0" rIns="0" bIns="0" rtlCol="0" anchor="t"/>
          <a:lstStyle/>
          <a:p>
            <a:pPr marL="0" indent="0" algn="l">
              <a:buNone/>
            </a:pPr>
            <a:r>
              <a:rPr lang="en-US" sz="1005" b="1" dirty="0">
                <a:solidFill>
                  <a:srgbClr val="4478CC"/>
                </a:solidFill>
                <a:latin typeface="Arial" panose="020B0604020202020204" pitchFamily="34" charset="0"/>
                <a:ea typeface="Arial" panose="020B0604020202020204" pitchFamily="34" charset="-122"/>
                <a:cs typeface="Arial" panose="020B0604020202020204" pitchFamily="34" charset="-120"/>
              </a:rPr>
              <a:t>3 </a:t>
            </a:r>
            <a:r>
              <a:rPr lang="en-US" sz="1005" dirty="0">
                <a:solidFill>
                  <a:srgbClr val="111115"/>
                </a:solidFill>
                <a:latin typeface="Arial" panose="020B0604020202020204" pitchFamily="34" charset="0"/>
                <a:ea typeface="Arial" panose="020B0604020202020204" pitchFamily="34" charset="-122"/>
                <a:cs typeface="Arial" panose="020B0604020202020204" pitchFamily="34" charset="-120"/>
              </a:rPr>
              <a:t>"Yesus</a:t>
            </a:r>
            <a:r>
              <a:rPr lang="en-US" sz="1005" dirty="0">
                <a:solidFill>
                  <a:srgbClr val="17181D"/>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11519"/>
                </a:solidFill>
                <a:latin typeface="Arial" panose="020B0604020202020204" pitchFamily="34" charset="0"/>
                <a:ea typeface="Arial" panose="020B0604020202020204" pitchFamily="34" charset="-122"/>
                <a:cs typeface="Arial" panose="020B0604020202020204" pitchFamily="34" charset="-120"/>
              </a:rPr>
              <a:t>menjawab,</a:t>
            </a:r>
            <a:r>
              <a:rPr lang="en-US" sz="1005" dirty="0">
                <a:solidFill>
                  <a:srgbClr val="1A1B20"/>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11115"/>
                </a:solidFill>
                <a:latin typeface="Arial" panose="020B0604020202020204" pitchFamily="34" charset="0"/>
                <a:ea typeface="Arial" panose="020B0604020202020204" pitchFamily="34" charset="-122"/>
                <a:cs typeface="Arial" panose="020B0604020202020204" pitchFamily="34" charset="-120"/>
              </a:rPr>
              <a:t>kata-Nya:</a:t>
            </a:r>
            <a:r>
              <a:rPr lang="en-US" sz="1005" dirty="0">
                <a:solidFill>
                  <a:srgbClr val="15161B"/>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51519"/>
                </a:solidFill>
                <a:latin typeface="Arial" panose="020B0604020202020204" pitchFamily="34" charset="0"/>
                <a:ea typeface="Arial" panose="020B0604020202020204" pitchFamily="34" charset="-122"/>
                <a:cs typeface="Arial" panose="020B0604020202020204" pitchFamily="34" charset="-120"/>
              </a:rPr>
              <a:t>"Aku</a:t>
            </a:r>
            <a:r>
              <a:rPr lang="en-US" sz="1005" dirty="0">
                <a:solidFill>
                  <a:srgbClr val="17181D"/>
                </a:solidFill>
                <a:latin typeface="Arial" panose="020B0604020202020204" pitchFamily="34" charset="0"/>
                <a:ea typeface="Arial" panose="020B0604020202020204" pitchFamily="34" charset="-122"/>
                <a:cs typeface="Arial" panose="020B0604020202020204" pitchFamily="34" charset="-120"/>
              </a:rPr>
              <a:t> </a:t>
            </a:r>
            <a:r>
              <a:rPr lang="en-US" sz="1005" dirty="0">
                <a:solidFill>
                  <a:srgbClr val="111519"/>
                </a:solidFill>
                <a:latin typeface="Arial" panose="020B0604020202020204" pitchFamily="34" charset="0"/>
                <a:ea typeface="Arial" panose="020B0604020202020204" pitchFamily="34" charset="-122"/>
                <a:cs typeface="Arial" panose="020B0604020202020204" pitchFamily="34" charset="-120"/>
              </a:rPr>
              <a:t>berkata kepadamu,</a:t>
            </a:r>
            <a:endParaRPr lang="en-US" sz="1005" dirty="0"/>
          </a:p>
        </p:txBody>
      </p:sp>
      <p:sp>
        <p:nvSpPr>
          <p:cNvPr id="15" name="Text 8"/>
          <p:cNvSpPr/>
          <p:nvPr/>
        </p:nvSpPr>
        <p:spPr>
          <a:xfrm>
            <a:off x="919758" y="4177242"/>
            <a:ext cx="3580805" cy="403687"/>
          </a:xfrm>
          <a:prstGeom prst="rect">
            <a:avLst/>
          </a:prstGeom>
          <a:noFill/>
        </p:spPr>
        <p:txBody>
          <a:bodyPr wrap="none" lIns="0" tIns="0" rIns="0" bIns="0" rtlCol="0" anchor="t"/>
          <a:lstStyle/>
          <a:p>
            <a:pPr marL="0" indent="0" algn="l">
              <a:buNone/>
            </a:pP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sesungguhnya</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jika</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seorang</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tidak</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dilahirkan</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kembali,</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ia</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tidak</a:t>
            </a:r>
            <a:endParaRPr lang="en-US" sz="1060" dirty="0"/>
          </a:p>
          <a:p>
            <a:pPr marL="0" indent="0" algn="l">
              <a:buNone/>
            </a:pP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dapat</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melihat</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Kerajaan</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 </a:t>
            </a:r>
            <a:r>
              <a:rPr lang="en-US" sz="1060" dirty="0">
                <a:solidFill>
                  <a:srgbClr val="030409"/>
                </a:solidFill>
                <a:latin typeface="Arial" panose="020B0604020202020204" pitchFamily="34" charset="0"/>
                <a:ea typeface="Arial" panose="020B0604020202020204" pitchFamily="34" charset="-122"/>
                <a:cs typeface="Arial" panose="020B0604020202020204" pitchFamily="34" charset="-120"/>
              </a:rPr>
              <a:t>Allah."</a:t>
            </a:r>
            <a:endParaRPr lang="en-US" sz="1060" dirty="0"/>
          </a:p>
        </p:txBody>
      </p:sp>
      <p:sp>
        <p:nvSpPr>
          <p:cNvPr id="16" name="Text 9"/>
          <p:cNvSpPr/>
          <p:nvPr/>
        </p:nvSpPr>
        <p:spPr>
          <a:xfrm>
            <a:off x="4362152" y="4409908"/>
            <a:ext cx="191988" cy="171021"/>
          </a:xfrm>
          <a:prstGeom prst="rect">
            <a:avLst/>
          </a:prstGeom>
          <a:noFill/>
        </p:spPr>
        <p:txBody>
          <a:bodyPr wrap="none" lIns="0" tIns="0" rIns="0" bIns="0" rtlCol="0" anchor="t"/>
          <a:lstStyle/>
          <a:p>
            <a:pPr marL="0" indent="0" algn="l">
              <a:buNone/>
            </a:pPr>
            <a:r>
              <a:rPr lang="en-US" sz="1015" dirty="0">
                <a:solidFill>
                  <a:srgbClr val="326ED1"/>
                </a:solidFill>
                <a:latin typeface="Arial" panose="020B0604020202020204" pitchFamily="34" charset="0"/>
                <a:ea typeface="Arial" panose="020B0604020202020204" pitchFamily="34" charset="-122"/>
                <a:cs typeface="Arial" panose="020B0604020202020204" pitchFamily="34" charset="-120"/>
              </a:rPr>
              <a:t>"</a:t>
            </a:r>
            <a:endParaRPr lang="en-US" sz="1015" dirty="0"/>
          </a:p>
        </p:txBody>
      </p:sp>
      <p:sp>
        <p:nvSpPr>
          <p:cNvPr id="17" name="Text Box 16"/>
          <p:cNvSpPr txBox="1"/>
          <p:nvPr/>
        </p:nvSpPr>
        <p:spPr>
          <a:xfrm>
            <a:off x="781050" y="2065655"/>
            <a:ext cx="3804285" cy="829945"/>
          </a:xfrm>
          <a:prstGeom prst="rect">
            <a:avLst/>
          </a:prstGeom>
        </p:spPr>
        <p:txBody>
          <a:bodyPr wrap="square">
            <a:spAutoFit/>
          </a:bodyPr>
          <a:p>
            <a:pPr marL="0" indent="0"/>
            <a:r>
              <a:rPr lang="en-US" altLang="zh-CN" sz="1200" b="0" i="0">
                <a:solidFill>
                  <a:schemeClr val="tx1"/>
                </a:solidFill>
                <a:latin typeface="Arial" panose="020B0604020202020204" pitchFamily="34" charset="0"/>
                <a:ea typeface="Georgia" panose="02040502050405020303"/>
                <a:cs typeface="Arial" panose="020B0604020202020204" pitchFamily="34" charset="0"/>
              </a:rPr>
              <a:t>Jawab Yesus: "Aku berkata kepadamu, sesungguhnya jika seorang tidak dilahirkan dari air dan Roh, ia tidak dapat masuk ke dalam Kerajaan Allah.</a:t>
            </a:r>
            <a:endParaRPr lang="en-US" altLang="zh-CN" sz="1200" b="0" i="0">
              <a:solidFill>
                <a:schemeClr val="tx1"/>
              </a:solidFill>
              <a:latin typeface="Arial" panose="020B0604020202020204" pitchFamily="34" charset="0"/>
              <a:ea typeface="Georgia" panose="02040502050405020303"/>
              <a:cs typeface="Arial" panose="020B0604020202020204" pitchFamily="34" charset="0"/>
            </a:endParaRPr>
          </a:p>
        </p:txBody>
      </p:sp>
      <p:sp>
        <p:nvSpPr>
          <p:cNvPr id="18" name="Text 6"/>
          <p:cNvSpPr/>
          <p:nvPr/>
        </p:nvSpPr>
        <p:spPr>
          <a:xfrm>
            <a:off x="884218" y="1876056"/>
            <a:ext cx="1227832" cy="189627"/>
          </a:xfrm>
          <a:prstGeom prst="rect">
            <a:avLst/>
          </a:prstGeom>
          <a:noFill/>
        </p:spPr>
        <p:txBody>
          <a:bodyPr wrap="none" lIns="0" tIns="0" rIns="0" bIns="0" rtlCol="0" anchor="t"/>
          <a:lstStyle/>
          <a:p>
            <a:pPr marL="0" indent="0" algn="l">
              <a:buNone/>
            </a:pP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Yohanes</a:t>
            </a: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 </a:t>
            </a:r>
            <a:r>
              <a:rPr lang="en-US" sz="1195" b="1" dirty="0">
                <a:solidFill>
                  <a:srgbClr val="0A429B"/>
                </a:solidFill>
                <a:latin typeface="Arial" panose="020B0604020202020204" pitchFamily="34" charset="0"/>
                <a:ea typeface="Arial" panose="020B0604020202020204" pitchFamily="34" charset="-122"/>
                <a:cs typeface="Arial" panose="020B0604020202020204" pitchFamily="34" charset="-120"/>
              </a:rPr>
              <a:t>3:5 (TB)</a:t>
            </a:r>
            <a:endParaRPr lang="en-US" sz="119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906363" y="2580680"/>
            <a:ext cx="834926" cy="825996"/>
          </a:xfrm>
          <a:prstGeom prst="rect">
            <a:avLst/>
          </a:prstGeom>
        </p:spPr>
      </p:pic>
      <p:pic>
        <p:nvPicPr>
          <p:cNvPr id="4" name="Image 2" descr="visual 2"/>
          <p:cNvPicPr>
            <a:picLocks noChangeAspect="1"/>
          </p:cNvPicPr>
          <p:nvPr/>
        </p:nvPicPr>
        <p:blipFill>
          <a:blip r:embed="rId3"/>
          <a:stretch>
            <a:fillRect/>
          </a:stretch>
        </p:blipFill>
        <p:spPr>
          <a:xfrm>
            <a:off x="906363" y="1415355"/>
            <a:ext cx="834926" cy="821531"/>
          </a:xfrm>
          <a:prstGeom prst="rect">
            <a:avLst/>
          </a:prstGeom>
        </p:spPr>
      </p:pic>
      <p:sp>
        <p:nvSpPr>
          <p:cNvPr id="5" name="Text 0"/>
          <p:cNvSpPr/>
          <p:nvPr/>
        </p:nvSpPr>
        <p:spPr>
          <a:xfrm>
            <a:off x="558105" y="289178"/>
            <a:ext cx="8023324" cy="451986"/>
          </a:xfrm>
          <a:prstGeom prst="rect">
            <a:avLst/>
          </a:prstGeom>
          <a:noFill/>
        </p:spPr>
        <p:txBody>
          <a:bodyPr wrap="none" lIns="0" tIns="0" rIns="0" bIns="0" rtlCol="0" anchor="t"/>
          <a:lstStyle/>
          <a:p>
            <a:pPr marL="0" indent="0" algn="l">
              <a:buNone/>
            </a:pPr>
            <a:r>
              <a:rPr lang="en-US" sz="2740" b="1" dirty="0">
                <a:solidFill>
                  <a:srgbClr val="010100"/>
                </a:solidFill>
                <a:latin typeface="Segoe UI" panose="020B0502040204020203" pitchFamily="34" charset="0"/>
                <a:ea typeface="Segoe UI" panose="020B0502040204020203" pitchFamily="34" charset="-122"/>
                <a:cs typeface="Segoe UI" panose="020B0502040204020203" pitchFamily="34" charset="-120"/>
              </a:rPr>
              <a:t>Bagaimana </a:t>
            </a:r>
            <a:r>
              <a:rPr lang="en-US" sz="2740" b="1" dirty="0">
                <a:solidFill>
                  <a:srgbClr val="010100"/>
                </a:solidFill>
                <a:latin typeface="Segoe UI" panose="020B0502040204020203" pitchFamily="34" charset="0"/>
                <a:ea typeface="Segoe UI" panose="020B0502040204020203" pitchFamily="34" charset="-122"/>
                <a:cs typeface="Segoe UI" panose="020B0502040204020203" pitchFamily="34" charset="-120"/>
              </a:rPr>
              <a:t>Kita Menghidupi</a:t>
            </a:r>
            <a:r>
              <a:rPr lang="en-US" sz="2740" b="1" dirty="0">
                <a:solidFill>
                  <a:srgbClr val="010100"/>
                </a:solidFill>
                <a:latin typeface="Segoe UI" panose="020B0502040204020203" pitchFamily="34" charset="0"/>
                <a:ea typeface="Segoe UI" panose="020B0502040204020203" pitchFamily="34" charset="-122"/>
                <a:cs typeface="Segoe UI" panose="020B0502040204020203" pitchFamily="34" charset="-120"/>
              </a:rPr>
              <a:t> Kehidupan Baru </a:t>
            </a:r>
            <a:r>
              <a:rPr lang="en-US" sz="2740" b="1" dirty="0">
                <a:solidFill>
                  <a:srgbClr val="010100"/>
                </a:solidFill>
                <a:latin typeface="Segoe UI" panose="020B0502040204020203" pitchFamily="34" charset="0"/>
                <a:ea typeface="Segoe UI" panose="020B0502040204020203" pitchFamily="34" charset="-122"/>
                <a:cs typeface="Segoe UI" panose="020B0502040204020203" pitchFamily="34" charset="-120"/>
              </a:rPr>
              <a:t>Ini?</a:t>
            </a:r>
            <a:endParaRPr lang="en-US" sz="2740" dirty="0"/>
          </a:p>
        </p:txBody>
      </p:sp>
      <p:sp>
        <p:nvSpPr>
          <p:cNvPr id="6" name="Text 1"/>
          <p:cNvSpPr/>
          <p:nvPr/>
        </p:nvSpPr>
        <p:spPr>
          <a:xfrm>
            <a:off x="638473" y="902198"/>
            <a:ext cx="183059" cy="274374"/>
          </a:xfrm>
          <a:prstGeom prst="rect">
            <a:avLst/>
          </a:prstGeom>
          <a:noFill/>
        </p:spPr>
        <p:txBody>
          <a:bodyPr wrap="none" lIns="0" tIns="0" rIns="0" bIns="0" rtlCol="0" anchor="t"/>
          <a:lstStyle/>
          <a:p>
            <a:pPr marL="0" indent="0" algn="l">
              <a:buNone/>
            </a:pPr>
            <a:r>
              <a:rPr lang="en-US" sz="1730" b="1" dirty="0">
                <a:solidFill>
                  <a:srgbClr val="FDFDFE"/>
                </a:solidFill>
                <a:latin typeface="Arial" panose="020B0604020202020204" pitchFamily="34" charset="0"/>
                <a:ea typeface="Arial" panose="020B0604020202020204" pitchFamily="34" charset="-122"/>
                <a:cs typeface="Arial" panose="020B0604020202020204" pitchFamily="34" charset="-120"/>
              </a:rPr>
              <a:t>2.</a:t>
            </a:r>
            <a:endParaRPr lang="en-US" sz="1730" dirty="0"/>
          </a:p>
        </p:txBody>
      </p:sp>
      <p:sp>
        <p:nvSpPr>
          <p:cNvPr id="7" name="Text 2"/>
          <p:cNvSpPr/>
          <p:nvPr/>
        </p:nvSpPr>
        <p:spPr>
          <a:xfrm>
            <a:off x="910273" y="881113"/>
            <a:ext cx="3370957" cy="270817"/>
          </a:xfrm>
          <a:prstGeom prst="rect">
            <a:avLst/>
          </a:prstGeom>
          <a:noFill/>
        </p:spPr>
        <p:txBody>
          <a:bodyPr wrap="none" lIns="0" tIns="0" rIns="0" bIns="0" rtlCol="0" anchor="t"/>
          <a:lstStyle/>
          <a:p>
            <a:pPr marL="0" indent="0" algn="l">
              <a:buNone/>
            </a:pP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.Hidup</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 </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dengan</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 </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Orientasi yang</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 </a:t>
            </a:r>
            <a:r>
              <a:rPr lang="en-US" sz="1605" b="1" dirty="0">
                <a:solidFill>
                  <a:srgbClr val="044ACB"/>
                </a:solidFill>
                <a:latin typeface="Segoe UI" panose="020B0502040204020203" pitchFamily="34" charset="0"/>
                <a:ea typeface="Segoe UI" panose="020B0502040204020203" pitchFamily="34" charset="-122"/>
                <a:cs typeface="Segoe UI" panose="020B0502040204020203" pitchFamily="34" charset="-120"/>
              </a:rPr>
              <a:t>Baru</a:t>
            </a:r>
            <a:endParaRPr lang="en-US" sz="1605" dirty="0"/>
          </a:p>
        </p:txBody>
      </p:sp>
      <p:sp>
        <p:nvSpPr>
          <p:cNvPr id="8" name="Text 3"/>
          <p:cNvSpPr/>
          <p:nvPr/>
        </p:nvSpPr>
        <p:spPr>
          <a:xfrm>
            <a:off x="2250281" y="1483876"/>
            <a:ext cx="2232422" cy="254872"/>
          </a:xfrm>
          <a:prstGeom prst="rect">
            <a:avLst/>
          </a:prstGeom>
          <a:noFill/>
        </p:spPr>
        <p:txBody>
          <a:bodyPr wrap="none" lIns="0" tIns="0" rIns="0" bIns="0" rtlCol="0" anchor="t"/>
          <a:lstStyle/>
          <a:p>
            <a:pPr marL="0" indent="0" algn="l">
              <a:buNone/>
            </a:pPr>
            <a:r>
              <a:rPr lang="en-US" sz="1605" b="1" dirty="0">
                <a:solidFill>
                  <a:srgbClr val="010101"/>
                </a:solidFill>
                <a:latin typeface="Arial" panose="020B0604020202020204" pitchFamily="34" charset="0"/>
                <a:ea typeface="Arial" panose="020B0604020202020204" pitchFamily="34" charset="-122"/>
                <a:cs typeface="Arial" panose="020B0604020202020204" pitchFamily="34" charset="-120"/>
              </a:rPr>
              <a:t>Merdeka</a:t>
            </a:r>
            <a:r>
              <a:rPr lang="en-US" sz="1605" b="1" dirty="0">
                <a:solidFill>
                  <a:srgbClr val="010101"/>
                </a:solidFill>
                <a:latin typeface="Arial" panose="020B0604020202020204" pitchFamily="34" charset="0"/>
                <a:ea typeface="Arial" panose="020B0604020202020204" pitchFamily="34" charset="-122"/>
                <a:cs typeface="Arial" panose="020B0604020202020204" pitchFamily="34" charset="-120"/>
              </a:rPr>
              <a:t> </a:t>
            </a:r>
            <a:r>
              <a:rPr lang="en-US" sz="1605" b="1" dirty="0">
                <a:solidFill>
                  <a:srgbClr val="010101"/>
                </a:solidFill>
                <a:latin typeface="Arial" panose="020B0604020202020204" pitchFamily="34" charset="0"/>
                <a:ea typeface="Arial" panose="020B0604020202020204" pitchFamily="34" charset="-122"/>
                <a:cs typeface="Arial" panose="020B0604020202020204" pitchFamily="34" charset="-120"/>
              </a:rPr>
              <a:t>dalam</a:t>
            </a:r>
            <a:r>
              <a:rPr lang="en-US" sz="1605" b="1" dirty="0">
                <a:solidFill>
                  <a:srgbClr val="010101"/>
                </a:solidFill>
                <a:latin typeface="Arial" panose="020B0604020202020204" pitchFamily="34" charset="0"/>
                <a:ea typeface="Arial" panose="020B0604020202020204" pitchFamily="34" charset="-122"/>
                <a:cs typeface="Arial" panose="020B0604020202020204" pitchFamily="34" charset="-120"/>
              </a:rPr>
              <a:t> </a:t>
            </a:r>
            <a:r>
              <a:rPr lang="en-US" sz="1605" b="1" dirty="0">
                <a:solidFill>
                  <a:srgbClr val="010101"/>
                </a:solidFill>
                <a:latin typeface="Arial" panose="020B0604020202020204" pitchFamily="34" charset="0"/>
                <a:ea typeface="Arial" panose="020B0604020202020204" pitchFamily="34" charset="-122"/>
                <a:cs typeface="Arial" panose="020B0604020202020204" pitchFamily="34" charset="-120"/>
              </a:rPr>
              <a:t>Kristus</a:t>
            </a:r>
            <a:endParaRPr lang="en-US" sz="1605" dirty="0"/>
          </a:p>
        </p:txBody>
      </p:sp>
      <p:sp>
        <p:nvSpPr>
          <p:cNvPr id="9" name="Text 4"/>
          <p:cNvSpPr/>
          <p:nvPr/>
        </p:nvSpPr>
        <p:spPr>
          <a:xfrm>
            <a:off x="2250281" y="1781257"/>
            <a:ext cx="4795242" cy="446700"/>
          </a:xfrm>
          <a:prstGeom prst="rect">
            <a:avLst/>
          </a:prstGeom>
          <a:noFill/>
        </p:spPr>
        <p:txBody>
          <a:bodyPr wrap="none" lIns="0" tIns="0" rIns="0" bIns="0" rtlCol="0" anchor="t"/>
          <a:lstStyle/>
          <a:p>
            <a:pPr marL="0" indent="0" algn="l">
              <a:buNone/>
            </a:pPr>
            <a:r>
              <a:rPr lang="en-US" sz="1340" dirty="0">
                <a:solidFill>
                  <a:srgbClr val="2D2929"/>
                </a:solidFill>
                <a:latin typeface="Arial" panose="020B0604020202020204" pitchFamily="34" charset="0"/>
                <a:ea typeface="Arial" panose="020B0604020202020204" pitchFamily="34" charset="-122"/>
                <a:cs typeface="Arial" panose="020B0604020202020204" pitchFamily="34" charset="-120"/>
              </a:rPr>
              <a:t>Kita</a:t>
            </a:r>
            <a:r>
              <a:rPr lang="en-US" sz="1340" dirty="0">
                <a:solidFill>
                  <a:srgbClr val="2F2F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tidak</a:t>
            </a:r>
            <a:r>
              <a:rPr lang="en-US" sz="1340" dirty="0">
                <a:solidFill>
                  <a:srgbClr val="2F2F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929"/>
                </a:solidFill>
                <a:latin typeface="Arial" panose="020B0604020202020204" pitchFamily="34" charset="0"/>
                <a:ea typeface="Arial" panose="020B0604020202020204" pitchFamily="34" charset="-122"/>
                <a:cs typeface="Arial" panose="020B0604020202020204" pitchFamily="34" charset="-120"/>
              </a:rPr>
              <a:t>lagi</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92D"/>
                </a:solidFill>
                <a:latin typeface="Arial" panose="020B0604020202020204" pitchFamily="34" charset="0"/>
                <a:ea typeface="Arial" panose="020B0604020202020204" pitchFamily="34" charset="-122"/>
                <a:cs typeface="Arial" panose="020B0604020202020204" pitchFamily="34" charset="-120"/>
              </a:rPr>
              <a:t>diperbudak</a:t>
            </a:r>
            <a:r>
              <a:rPr lang="en-US" sz="1340" dirty="0">
                <a:solidFill>
                  <a:srgbClr val="303030"/>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929"/>
                </a:solidFill>
                <a:latin typeface="Arial" panose="020B0604020202020204" pitchFamily="34" charset="0"/>
                <a:ea typeface="Arial" panose="020B0604020202020204" pitchFamily="34" charset="-122"/>
                <a:cs typeface="Arial" panose="020B0604020202020204" pitchFamily="34" charset="-120"/>
              </a:rPr>
              <a:t>oleh</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dosa.</a:t>
            </a:r>
            <a:r>
              <a:rPr lang="en-US" sz="1340" dirty="0">
                <a:solidFill>
                  <a:srgbClr val="2E2E2E"/>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312D31"/>
                </a:solidFill>
                <a:latin typeface="Arial" panose="020B0604020202020204" pitchFamily="34" charset="0"/>
                <a:ea typeface="Arial" panose="020B0604020202020204" pitchFamily="34" charset="-122"/>
                <a:cs typeface="Arial" panose="020B0604020202020204" pitchFamily="34" charset="-120"/>
              </a:rPr>
              <a:t>Kita</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sekarang bebas</a:t>
            </a:r>
            <a:r>
              <a:rPr lang="en-US" sz="1340" dirty="0">
                <a:solidFill>
                  <a:srgbClr val="302E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2929"/>
                </a:solidFill>
                <a:latin typeface="Arial" panose="020B0604020202020204" pitchFamily="34" charset="0"/>
                <a:ea typeface="Arial" panose="020B0604020202020204" pitchFamily="34" charset="-122"/>
                <a:cs typeface="Arial" panose="020B0604020202020204" pitchFamily="34" charset="-120"/>
              </a:rPr>
              <a:t>untuk</a:t>
            </a:r>
            <a:endParaRPr lang="en-US" sz="1340" dirty="0"/>
          </a:p>
          <a:p>
            <a:pPr marL="0" indent="0" algn="l">
              <a:buNone/>
            </a:pP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menjadi hamba</a:t>
            </a:r>
            <a:r>
              <a:rPr lang="en-US" sz="1340" dirty="0">
                <a:solidFill>
                  <a:srgbClr val="2F2D2E"/>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2929"/>
                </a:solidFill>
                <a:latin typeface="Arial" panose="020B0604020202020204" pitchFamily="34" charset="0"/>
                <a:ea typeface="Arial" panose="020B0604020202020204" pitchFamily="34" charset="-122"/>
                <a:cs typeface="Arial" panose="020B0604020202020204" pitchFamily="34" charset="-120"/>
              </a:rPr>
              <a:t>Allah.</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6DCD"/>
                </a:solidFill>
                <a:latin typeface="Arial" panose="020B0604020202020204" pitchFamily="34" charset="0"/>
                <a:ea typeface="Arial" panose="020B0604020202020204" pitchFamily="34" charset="-122"/>
                <a:cs typeface="Arial" panose="020B0604020202020204" pitchFamily="34" charset="-120"/>
              </a:rPr>
              <a:t>(Roma</a:t>
            </a:r>
            <a:r>
              <a:rPr lang="en-US" sz="1340" dirty="0">
                <a:solidFill>
                  <a:srgbClr val="3370C3"/>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6DCD"/>
                </a:solidFill>
                <a:latin typeface="Arial" panose="020B0604020202020204" pitchFamily="34" charset="0"/>
                <a:ea typeface="Arial" panose="020B0604020202020204" pitchFamily="34" charset="-122"/>
                <a:cs typeface="Arial" panose="020B0604020202020204" pitchFamily="34" charset="-120"/>
              </a:rPr>
              <a:t>6:22)</a:t>
            </a:r>
            <a:endParaRPr lang="en-US" sz="1340" dirty="0"/>
          </a:p>
        </p:txBody>
      </p:sp>
      <p:sp>
        <p:nvSpPr>
          <p:cNvPr id="10" name="Text 5"/>
          <p:cNvSpPr/>
          <p:nvPr/>
        </p:nvSpPr>
        <p:spPr>
          <a:xfrm>
            <a:off x="2250281" y="2617762"/>
            <a:ext cx="1902023" cy="257751"/>
          </a:xfrm>
          <a:prstGeom prst="rect">
            <a:avLst/>
          </a:prstGeom>
          <a:noFill/>
        </p:spPr>
        <p:txBody>
          <a:bodyPr wrap="none" lIns="0" tIns="0" rIns="0" bIns="0" rtlCol="0" anchor="t"/>
          <a:lstStyle/>
          <a:p>
            <a:pPr marL="0" indent="0" algn="l">
              <a:buNone/>
            </a:pPr>
            <a:r>
              <a:rPr lang="en-US" sz="1625" b="1" dirty="0">
                <a:solidFill>
                  <a:srgbClr val="000000"/>
                </a:solidFill>
                <a:latin typeface="Arial" panose="020B0604020202020204" pitchFamily="34" charset="0"/>
                <a:ea typeface="Arial" panose="020B0604020202020204" pitchFamily="34" charset="-122"/>
                <a:cs typeface="Arial" panose="020B0604020202020204" pitchFamily="34" charset="-120"/>
              </a:rPr>
              <a:t>Mati</a:t>
            </a:r>
            <a:r>
              <a:rPr lang="en-US" sz="1625" b="1" dirty="0">
                <a:solidFill>
                  <a:srgbClr val="000000"/>
                </a:solidFill>
                <a:latin typeface="Arial" panose="020B0604020202020204" pitchFamily="34" charset="0"/>
                <a:ea typeface="Arial" panose="020B0604020202020204" pitchFamily="34" charset="-122"/>
                <a:cs typeface="Arial" panose="020B0604020202020204" pitchFamily="34" charset="-120"/>
              </a:rPr>
              <a:t> </a:t>
            </a:r>
            <a:r>
              <a:rPr lang="en-US" sz="1625" b="1" dirty="0">
                <a:solidFill>
                  <a:srgbClr val="000000"/>
                </a:solidFill>
                <a:latin typeface="Arial" panose="020B0604020202020204" pitchFamily="34" charset="0"/>
                <a:ea typeface="Arial" panose="020B0604020202020204" pitchFamily="34" charset="-122"/>
                <a:cs typeface="Arial" panose="020B0604020202020204" pitchFamily="34" charset="-120"/>
              </a:rPr>
              <a:t>terhadap Dosa</a:t>
            </a:r>
            <a:endParaRPr lang="en-US" sz="1625" dirty="0"/>
          </a:p>
        </p:txBody>
      </p:sp>
      <p:sp>
        <p:nvSpPr>
          <p:cNvPr id="11" name="Text 6"/>
          <p:cNvSpPr/>
          <p:nvPr/>
        </p:nvSpPr>
        <p:spPr>
          <a:xfrm>
            <a:off x="2250281" y="2924162"/>
            <a:ext cx="4960441" cy="455725"/>
          </a:xfrm>
          <a:prstGeom prst="rect">
            <a:avLst/>
          </a:prstGeom>
          <a:noFill/>
        </p:spPr>
        <p:txBody>
          <a:bodyPr wrap="none" lIns="0" tIns="0" rIns="0" bIns="0" rtlCol="0" anchor="t"/>
          <a:lstStyle/>
          <a:p>
            <a:pPr marL="0" indent="0" algn="l">
              <a:buNone/>
            </a:pPr>
            <a:r>
              <a:rPr lang="en-US" sz="1350" dirty="0">
                <a:solidFill>
                  <a:srgbClr val="31312D"/>
                </a:solidFill>
                <a:latin typeface="Arial" panose="020B0604020202020204" pitchFamily="34" charset="0"/>
                <a:ea typeface="Arial" panose="020B0604020202020204" pitchFamily="34" charset="-122"/>
                <a:cs typeface="Arial" panose="020B0604020202020204" pitchFamily="34" charset="-120"/>
              </a:rPr>
              <a:t>Cara</a:t>
            </a:r>
            <a:r>
              <a:rPr lang="en-US" sz="1350" dirty="0">
                <a:solidFill>
                  <a:srgbClr val="323232"/>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pandang</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kita</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berubah.</a:t>
            </a:r>
            <a:r>
              <a:rPr lang="en-US" sz="1350" dirty="0">
                <a:solidFill>
                  <a:srgbClr val="2F2F2F"/>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9"/>
                </a:solidFill>
                <a:latin typeface="Arial" panose="020B0604020202020204" pitchFamily="34" charset="0"/>
                <a:ea typeface="Arial" panose="020B0604020202020204" pitchFamily="34" charset="-122"/>
                <a:cs typeface="Arial" panose="020B0604020202020204" pitchFamily="34" charset="-120"/>
              </a:rPr>
              <a:t>Kita</a:t>
            </a:r>
            <a:r>
              <a:rPr lang="en-US" sz="1350" dirty="0">
                <a:solidFill>
                  <a:srgbClr val="2F2F2F"/>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menganggap</a:t>
            </a:r>
            <a:r>
              <a:rPr lang="en-US" sz="1350" dirty="0">
                <a:solidFill>
                  <a:srgbClr val="2E2E2E"/>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313131"/>
                </a:solidFill>
                <a:latin typeface="Arial" panose="020B0604020202020204" pitchFamily="34" charset="0"/>
                <a:ea typeface="Arial" panose="020B0604020202020204" pitchFamily="34" charset="-122"/>
                <a:cs typeface="Arial" panose="020B0604020202020204" pitchFamily="34" charset="-120"/>
              </a:rPr>
              <a:t>diri</a:t>
            </a:r>
            <a:r>
              <a:rPr lang="en-US" sz="1350" dirty="0">
                <a:solidFill>
                  <a:srgbClr val="2D2D2F"/>
                </a:solidFill>
                <a:latin typeface="Arial" panose="020B0604020202020204" pitchFamily="34" charset="0"/>
                <a:ea typeface="Arial" panose="020B0604020202020204" pitchFamily="34" charset="-122"/>
                <a:cs typeface="Arial" panose="020B0604020202020204" pitchFamily="34" charset="-120"/>
              </a:rPr>
              <a:t> </a:t>
            </a:r>
            <a:r>
              <a:rPr lang="en-US" sz="1350" dirty="0">
                <a:solidFill>
                  <a:srgbClr val="2D2D2D"/>
                </a:solidFill>
                <a:latin typeface="Arial" panose="020B0604020202020204" pitchFamily="34" charset="0"/>
                <a:ea typeface="Arial" panose="020B0604020202020204" pitchFamily="34" charset="-122"/>
                <a:cs typeface="Arial" panose="020B0604020202020204" pitchFamily="34" charset="-120"/>
              </a:rPr>
              <a:t>kita telah 'mati'</a:t>
            </a:r>
            <a:endParaRPr lang="en-US" sz="1350" dirty="0"/>
          </a:p>
          <a:p>
            <a:pPr marL="0" indent="0" algn="l">
              <a:buNone/>
            </a:pPr>
            <a:r>
              <a:rPr lang="en-US" sz="1350" dirty="0">
                <a:solidFill>
                  <a:srgbClr val="313131"/>
                </a:solidFill>
                <a:latin typeface="Segoe UI" panose="020B0502040204020203" pitchFamily="34" charset="0"/>
                <a:ea typeface="Segoe UI" panose="020B0502040204020203" pitchFamily="34" charset="-122"/>
                <a:cs typeface="Segoe UI" panose="020B0502040204020203" pitchFamily="34" charset="-120"/>
              </a:rPr>
              <a:t>bagi dosa</a:t>
            </a:r>
            <a:r>
              <a:rPr lang="en-US" sz="1350" dirty="0">
                <a:solidFill>
                  <a:srgbClr val="323232"/>
                </a:solidFill>
                <a:latin typeface="Segoe UI" panose="020B0502040204020203" pitchFamily="34" charset="0"/>
                <a:ea typeface="Segoe UI" panose="020B0502040204020203" pitchFamily="34" charset="-122"/>
                <a:cs typeface="Segoe UI" panose="020B0502040204020203" pitchFamily="34" charset="-120"/>
              </a:rPr>
              <a:t> </a:t>
            </a:r>
            <a:r>
              <a:rPr lang="en-US" sz="1350" dirty="0">
                <a:solidFill>
                  <a:srgbClr val="2D2D2D"/>
                </a:solidFill>
                <a:latin typeface="Segoe UI" panose="020B0502040204020203" pitchFamily="34" charset="0"/>
                <a:ea typeface="Segoe UI" panose="020B0502040204020203" pitchFamily="34" charset="-122"/>
                <a:cs typeface="Segoe UI" panose="020B0502040204020203" pitchFamily="34" charset="-120"/>
              </a:rPr>
              <a:t>dan</a:t>
            </a:r>
            <a:r>
              <a:rPr lang="en-US" sz="1350" dirty="0">
                <a:solidFill>
                  <a:srgbClr val="2F2F2F"/>
                </a:solidFill>
                <a:latin typeface="Segoe UI" panose="020B0502040204020203" pitchFamily="34" charset="0"/>
                <a:ea typeface="Segoe UI" panose="020B0502040204020203" pitchFamily="34" charset="-122"/>
                <a:cs typeface="Segoe UI" panose="020B0502040204020203" pitchFamily="34" charset="-120"/>
              </a:rPr>
              <a:t> </a:t>
            </a:r>
            <a:r>
              <a:rPr lang="en-US" sz="1350" dirty="0">
                <a:solidFill>
                  <a:srgbClr val="292929"/>
                </a:solidFill>
                <a:latin typeface="Segoe UI" panose="020B0502040204020203" pitchFamily="34" charset="0"/>
                <a:ea typeface="Segoe UI" panose="020B0502040204020203" pitchFamily="34" charset="-122"/>
                <a:cs typeface="Segoe UI" panose="020B0502040204020203" pitchFamily="34" charset="-120"/>
              </a:rPr>
              <a:t>hidup</a:t>
            </a:r>
            <a:r>
              <a:rPr lang="en-US" sz="1350" dirty="0">
                <a:solidFill>
                  <a:srgbClr val="2E2E2E"/>
                </a:solidFill>
                <a:latin typeface="Segoe UI" panose="020B0502040204020203" pitchFamily="34" charset="0"/>
                <a:ea typeface="Segoe UI" panose="020B0502040204020203" pitchFamily="34" charset="-122"/>
                <a:cs typeface="Segoe UI" panose="020B0502040204020203" pitchFamily="34" charset="-120"/>
              </a:rPr>
              <a:t> </a:t>
            </a:r>
            <a:r>
              <a:rPr lang="en-US" sz="1350" dirty="0">
                <a:solidFill>
                  <a:srgbClr val="2D2D2D"/>
                </a:solidFill>
                <a:latin typeface="Segoe UI" panose="020B0502040204020203" pitchFamily="34" charset="0"/>
                <a:ea typeface="Segoe UI" panose="020B0502040204020203" pitchFamily="34" charset="-122"/>
                <a:cs typeface="Segoe UI" panose="020B0502040204020203" pitchFamily="34" charset="-120"/>
              </a:rPr>
              <a:t>bagi</a:t>
            </a:r>
            <a:r>
              <a:rPr lang="en-US" sz="1350" dirty="0">
                <a:solidFill>
                  <a:srgbClr val="2F2F2F"/>
                </a:solidFill>
                <a:latin typeface="Segoe UI" panose="020B0502040204020203" pitchFamily="34" charset="0"/>
                <a:ea typeface="Segoe UI" panose="020B0502040204020203" pitchFamily="34" charset="-122"/>
                <a:cs typeface="Segoe UI" panose="020B0502040204020203" pitchFamily="34" charset="-120"/>
              </a:rPr>
              <a:t> </a:t>
            </a:r>
            <a:r>
              <a:rPr lang="en-US" sz="1350" dirty="0">
                <a:solidFill>
                  <a:srgbClr val="2D292D"/>
                </a:solidFill>
                <a:latin typeface="Segoe UI" panose="020B0502040204020203" pitchFamily="34" charset="0"/>
                <a:ea typeface="Segoe UI" panose="020B0502040204020203" pitchFamily="34" charset="-122"/>
                <a:cs typeface="Segoe UI" panose="020B0502040204020203" pitchFamily="34" charset="-120"/>
              </a:rPr>
              <a:t>Allah.</a:t>
            </a:r>
            <a:r>
              <a:rPr lang="en-US" sz="1350" dirty="0">
                <a:solidFill>
                  <a:srgbClr val="313131"/>
                </a:solidFill>
                <a:latin typeface="Segoe UI" panose="020B0502040204020203" pitchFamily="34" charset="0"/>
                <a:ea typeface="Segoe UI" panose="020B0502040204020203" pitchFamily="34" charset="-122"/>
                <a:cs typeface="Segoe UI" panose="020B0502040204020203" pitchFamily="34" charset="-120"/>
              </a:rPr>
              <a:t> </a:t>
            </a:r>
            <a:r>
              <a:rPr lang="en-US" sz="1350" dirty="0">
                <a:solidFill>
                  <a:srgbClr val="296DC9"/>
                </a:solidFill>
                <a:latin typeface="Segoe UI" panose="020B0502040204020203" pitchFamily="34" charset="0"/>
                <a:ea typeface="Segoe UI" panose="020B0502040204020203" pitchFamily="34" charset="-122"/>
                <a:cs typeface="Segoe UI" panose="020B0502040204020203" pitchFamily="34" charset="-120"/>
              </a:rPr>
              <a:t>(Roma</a:t>
            </a:r>
            <a:r>
              <a:rPr lang="en-US" sz="1350" dirty="0">
                <a:solidFill>
                  <a:srgbClr val="3D6DAB"/>
                </a:solidFill>
                <a:latin typeface="Segoe UI" panose="020B0502040204020203" pitchFamily="34" charset="0"/>
                <a:ea typeface="Segoe UI" panose="020B0502040204020203" pitchFamily="34" charset="-122"/>
                <a:cs typeface="Segoe UI" panose="020B0502040204020203" pitchFamily="34" charset="-120"/>
              </a:rPr>
              <a:t> </a:t>
            </a:r>
            <a:r>
              <a:rPr lang="en-US" sz="1350" b="1" dirty="0">
                <a:solidFill>
                  <a:srgbClr val="2D6DC9"/>
                </a:solidFill>
                <a:latin typeface="Segoe UI" panose="020B0502040204020203" pitchFamily="34" charset="0"/>
                <a:ea typeface="Segoe UI" panose="020B0502040204020203" pitchFamily="34" charset="-122"/>
                <a:cs typeface="Segoe UI" panose="020B0502040204020203" pitchFamily="34" charset="-120"/>
              </a:rPr>
              <a:t>6:11)</a:t>
            </a:r>
            <a:endParaRPr lang="en-US" sz="1350" dirty="0"/>
          </a:p>
        </p:txBody>
      </p:sp>
      <p:sp>
        <p:nvSpPr>
          <p:cNvPr id="12" name="Text 7"/>
          <p:cNvSpPr/>
          <p:nvPr/>
        </p:nvSpPr>
        <p:spPr>
          <a:xfrm>
            <a:off x="2250281" y="3782904"/>
            <a:ext cx="1830586" cy="260596"/>
          </a:xfrm>
          <a:prstGeom prst="rect">
            <a:avLst/>
          </a:prstGeom>
          <a:noFill/>
        </p:spPr>
        <p:txBody>
          <a:bodyPr wrap="none" lIns="0" tIns="0" rIns="0" bIns="0" rtlCol="0" anchor="t"/>
          <a:lstStyle/>
          <a:p>
            <a:pPr marL="0" indent="0" algn="l">
              <a:buNone/>
            </a:pPr>
            <a:r>
              <a:rPr lang="en-US" sz="1640" b="1" dirty="0">
                <a:solidFill>
                  <a:srgbClr val="020202"/>
                </a:solidFill>
                <a:latin typeface="Arial" panose="020B0604020202020204" pitchFamily="34" charset="0"/>
                <a:ea typeface="Arial" panose="020B0604020202020204" pitchFamily="34" charset="-122"/>
                <a:cs typeface="Arial" panose="020B0604020202020204" pitchFamily="34" charset="-120"/>
              </a:rPr>
              <a:t>Hamba</a:t>
            </a:r>
            <a:r>
              <a:rPr lang="en-US" sz="1640" b="1" dirty="0">
                <a:solidFill>
                  <a:srgbClr val="020202"/>
                </a:solidFill>
                <a:latin typeface="Arial" panose="020B0604020202020204" pitchFamily="34" charset="0"/>
                <a:ea typeface="Arial" panose="020B0604020202020204" pitchFamily="34" charset="-122"/>
                <a:cs typeface="Arial" panose="020B0604020202020204" pitchFamily="34" charset="-120"/>
              </a:rPr>
              <a:t> </a:t>
            </a:r>
            <a:r>
              <a:rPr lang="en-US" sz="1640" b="1" dirty="0">
                <a:solidFill>
                  <a:srgbClr val="020202"/>
                </a:solidFill>
                <a:latin typeface="Arial" panose="020B0604020202020204" pitchFamily="34" charset="0"/>
                <a:ea typeface="Arial" panose="020B0604020202020204" pitchFamily="34" charset="-122"/>
                <a:cs typeface="Arial" panose="020B0604020202020204" pitchFamily="34" charset="-120"/>
              </a:rPr>
              <a:t>Kebenaran</a:t>
            </a:r>
            <a:endParaRPr lang="en-US" sz="1640" dirty="0"/>
          </a:p>
        </p:txBody>
      </p:sp>
      <p:sp>
        <p:nvSpPr>
          <p:cNvPr id="13" name="Text 8"/>
          <p:cNvSpPr/>
          <p:nvPr/>
        </p:nvSpPr>
        <p:spPr>
          <a:xfrm>
            <a:off x="991195" y="4117908"/>
            <a:ext cx="84832" cy="52257"/>
          </a:xfrm>
          <a:prstGeom prst="rect">
            <a:avLst/>
          </a:prstGeom>
          <a:noFill/>
        </p:spPr>
        <p:txBody>
          <a:bodyPr wrap="none" lIns="0" tIns="0" rIns="0" bIns="0" rtlCol="0" anchor="t"/>
          <a:lstStyle/>
          <a:p>
            <a:pPr marL="0" indent="0" algn="l">
              <a:buNone/>
            </a:pPr>
            <a:r>
              <a:rPr lang="en-US" sz="310" dirty="0">
                <a:solidFill>
                  <a:srgbClr val="EDE9F9"/>
                </a:solidFill>
                <a:latin typeface="Arial" panose="020B0604020202020204" pitchFamily="34" charset="0"/>
                <a:ea typeface="Arial" panose="020B0604020202020204" pitchFamily="34" charset="-122"/>
                <a:cs typeface="Arial" panose="020B0604020202020204" pitchFamily="34" charset="-120"/>
              </a:rPr>
              <a:t>-</a:t>
            </a:r>
            <a:endParaRPr lang="en-US" sz="310" dirty="0"/>
          </a:p>
        </p:txBody>
      </p:sp>
      <p:sp>
        <p:nvSpPr>
          <p:cNvPr id="14" name="Text 9"/>
          <p:cNvSpPr/>
          <p:nvPr/>
        </p:nvSpPr>
        <p:spPr>
          <a:xfrm>
            <a:off x="1232297" y="4048542"/>
            <a:ext cx="187523" cy="166271"/>
          </a:xfrm>
          <a:prstGeom prst="rect">
            <a:avLst/>
          </a:prstGeom>
          <a:noFill/>
        </p:spPr>
        <p:txBody>
          <a:bodyPr wrap="none" lIns="0" tIns="0" rIns="0" bIns="0" rtlCol="0" anchor="t"/>
          <a:lstStyle/>
          <a:p>
            <a:pPr marL="0" indent="0" algn="l">
              <a:buNone/>
            </a:pPr>
            <a:r>
              <a:rPr lang="en-US" sz="985" b="1" i="1" dirty="0">
                <a:solidFill>
                  <a:srgbClr val="7155BD"/>
                </a:solidFill>
                <a:latin typeface="Segoe UI" panose="020B0502040204020203" pitchFamily="34" charset="0"/>
                <a:ea typeface="Segoe UI" panose="020B0502040204020203" pitchFamily="34" charset="-122"/>
                <a:cs typeface="Segoe UI" panose="020B0502040204020203" pitchFamily="34" charset="-120"/>
              </a:rPr>
              <a:t>V</a:t>
            </a:r>
            <a:endParaRPr lang="en-US" sz="985" dirty="0"/>
          </a:p>
        </p:txBody>
      </p:sp>
      <p:sp>
        <p:nvSpPr>
          <p:cNvPr id="15" name="Text 10"/>
          <p:cNvSpPr/>
          <p:nvPr/>
        </p:nvSpPr>
        <p:spPr>
          <a:xfrm>
            <a:off x="1562695" y="4122944"/>
            <a:ext cx="84832" cy="42755"/>
          </a:xfrm>
          <a:prstGeom prst="rect">
            <a:avLst/>
          </a:prstGeom>
          <a:noFill/>
        </p:spPr>
        <p:txBody>
          <a:bodyPr wrap="none" lIns="0" tIns="0" rIns="0" bIns="0" rtlCol="0" anchor="t"/>
          <a:lstStyle/>
          <a:p>
            <a:pPr marL="0" indent="0" algn="l">
              <a:buNone/>
            </a:pPr>
            <a:r>
              <a:rPr lang="en-US" sz="255" b="1" dirty="0">
                <a:solidFill>
                  <a:srgbClr val="E9E1F9"/>
                </a:solidFill>
                <a:latin typeface="Arial" panose="020B0604020202020204" pitchFamily="34" charset="0"/>
                <a:ea typeface="Arial" panose="020B0604020202020204" pitchFamily="34" charset="-122"/>
                <a:cs typeface="Arial" panose="020B0604020202020204" pitchFamily="34" charset="-120"/>
              </a:rPr>
              <a:t>-</a:t>
            </a:r>
            <a:endParaRPr lang="en-US" sz="255" dirty="0"/>
          </a:p>
        </p:txBody>
      </p:sp>
      <p:sp>
        <p:nvSpPr>
          <p:cNvPr id="16" name="Text 11"/>
          <p:cNvSpPr/>
          <p:nvPr/>
        </p:nvSpPr>
        <p:spPr>
          <a:xfrm>
            <a:off x="2250281" y="4085108"/>
            <a:ext cx="4996160" cy="442243"/>
          </a:xfrm>
          <a:prstGeom prst="rect">
            <a:avLst/>
          </a:prstGeom>
          <a:noFill/>
        </p:spPr>
        <p:txBody>
          <a:bodyPr wrap="none" lIns="0" tIns="0" rIns="0" bIns="0" rtlCol="0" anchor="t"/>
          <a:lstStyle/>
          <a:p>
            <a:pPr marL="0" indent="0" algn="l">
              <a:buNone/>
            </a:pP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Keinginan</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2929"/>
                </a:solidFill>
                <a:latin typeface="Arial" panose="020B0604020202020204" pitchFamily="34" charset="0"/>
                <a:ea typeface="Arial" panose="020B0604020202020204" pitchFamily="34" charset="-122"/>
                <a:cs typeface="Arial" panose="020B0604020202020204" pitchFamily="34" charset="-120"/>
              </a:rPr>
              <a:t>kita</a:t>
            </a:r>
            <a:r>
              <a:rPr lang="en-US" sz="1340" dirty="0">
                <a:solidFill>
                  <a:srgbClr val="2E30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berubah</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312D2D"/>
                </a:solidFill>
                <a:latin typeface="Arial" panose="020B0604020202020204" pitchFamily="34" charset="0"/>
                <a:ea typeface="Arial" panose="020B0604020202020204" pitchFamily="34" charset="-122"/>
                <a:cs typeface="Arial" panose="020B0604020202020204" pitchFamily="34" charset="-120"/>
              </a:rPr>
              <a:t>dari</a:t>
            </a:r>
            <a:r>
              <a:rPr lang="en-US" sz="1340" dirty="0">
                <a:solidFill>
                  <a:srgbClr val="323232"/>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melayani</a:t>
            </a:r>
            <a:r>
              <a:rPr lang="en-US" sz="1340" dirty="0">
                <a:solidFill>
                  <a:srgbClr val="313131"/>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312D2D"/>
                </a:solidFill>
                <a:latin typeface="Arial" panose="020B0604020202020204" pitchFamily="34" charset="0"/>
                <a:ea typeface="Arial" panose="020B0604020202020204" pitchFamily="34" charset="-122"/>
                <a:cs typeface="Arial" panose="020B0604020202020204" pitchFamily="34" charset="-120"/>
              </a:rPr>
              <a:t>diri</a:t>
            </a:r>
            <a:r>
              <a:rPr lang="en-US" sz="1340" dirty="0">
                <a:solidFill>
                  <a:srgbClr val="302E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sendiri menjadi</a:t>
            </a:r>
            <a:r>
              <a:rPr lang="en-US" sz="1340" dirty="0">
                <a:solidFill>
                  <a:srgbClr val="302E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2929"/>
                </a:solidFill>
                <a:latin typeface="Arial" panose="020B0604020202020204" pitchFamily="34" charset="0"/>
                <a:ea typeface="Arial" panose="020B0604020202020204" pitchFamily="34" charset="-122"/>
                <a:cs typeface="Arial" panose="020B0604020202020204" pitchFamily="34" charset="-120"/>
              </a:rPr>
              <a:t>melayani</a:t>
            </a:r>
            <a:endParaRPr lang="en-US" sz="1340" dirty="0"/>
          </a:p>
          <a:p>
            <a:pPr marL="0" indent="0" algn="l">
              <a:buNone/>
            </a:pP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kebenaran</a:t>
            </a:r>
            <a:r>
              <a:rPr lang="en-US" sz="1340" dirty="0">
                <a:solidFill>
                  <a:srgbClr val="2F2F2F"/>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2929"/>
                </a:solidFill>
                <a:latin typeface="Arial" panose="020B0604020202020204" pitchFamily="34" charset="0"/>
                <a:ea typeface="Arial" panose="020B0604020202020204" pitchFamily="34" charset="-122"/>
                <a:cs typeface="Arial" panose="020B0604020202020204" pitchFamily="34" charset="-120"/>
              </a:rPr>
              <a:t>dan</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D2D"/>
                </a:solidFill>
                <a:latin typeface="Arial" panose="020B0604020202020204" pitchFamily="34" charset="0"/>
                <a:ea typeface="Arial" panose="020B0604020202020204" pitchFamily="34" charset="-122"/>
                <a:cs typeface="Arial" panose="020B0604020202020204" pitchFamily="34" charset="-120"/>
              </a:rPr>
              <a:t>kehendak</a:t>
            </a:r>
            <a:r>
              <a:rPr lang="en-US" sz="1340" dirty="0">
                <a:solidFill>
                  <a:srgbClr val="2F2D2E"/>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D292D"/>
                </a:solidFill>
                <a:latin typeface="Arial" panose="020B0604020202020204" pitchFamily="34" charset="0"/>
                <a:ea typeface="Arial" panose="020B0604020202020204" pitchFamily="34" charset="-122"/>
                <a:cs typeface="Arial" panose="020B0604020202020204" pitchFamily="34" charset="-120"/>
              </a:rPr>
              <a:t>Tuhan.</a:t>
            </a:r>
            <a:r>
              <a:rPr lang="en-US" sz="1340" dirty="0">
                <a:solidFill>
                  <a:srgbClr val="2E2E2E"/>
                </a:solidFill>
                <a:latin typeface="Arial" panose="020B0604020202020204" pitchFamily="34" charset="0"/>
                <a:ea typeface="Arial" panose="020B0604020202020204" pitchFamily="34" charset="-122"/>
                <a:cs typeface="Arial" panose="020B0604020202020204" pitchFamily="34" charset="-120"/>
              </a:rPr>
              <a:t> </a:t>
            </a:r>
            <a:r>
              <a:rPr lang="en-US" sz="1340" dirty="0">
                <a:solidFill>
                  <a:srgbClr val="2969C9"/>
                </a:solidFill>
                <a:latin typeface="Arial" panose="020B0604020202020204" pitchFamily="34" charset="0"/>
                <a:ea typeface="Arial" panose="020B0604020202020204" pitchFamily="34" charset="-122"/>
                <a:cs typeface="Arial" panose="020B0604020202020204" pitchFamily="34" charset="-120"/>
              </a:rPr>
              <a:t>(Roma</a:t>
            </a:r>
            <a:r>
              <a:rPr lang="en-US" sz="1340" dirty="0">
                <a:solidFill>
                  <a:srgbClr val="326BC4"/>
                </a:solidFill>
                <a:latin typeface="Arial" panose="020B0604020202020204" pitchFamily="34" charset="0"/>
                <a:ea typeface="Arial" panose="020B0604020202020204" pitchFamily="34" charset="-122"/>
                <a:cs typeface="Arial" panose="020B0604020202020204" pitchFamily="34" charset="-120"/>
              </a:rPr>
              <a:t> </a:t>
            </a:r>
            <a:r>
              <a:rPr lang="en-US" sz="1340" b="1" dirty="0">
                <a:solidFill>
                  <a:srgbClr val="296DC9"/>
                </a:solidFill>
                <a:latin typeface="Arial" panose="020B0604020202020204" pitchFamily="34" charset="0"/>
                <a:ea typeface="Arial" panose="020B0604020202020204" pitchFamily="34" charset="-122"/>
                <a:cs typeface="Arial" panose="020B0604020202020204" pitchFamily="34" charset="-120"/>
              </a:rPr>
              <a:t>6:17-18)</a:t>
            </a:r>
            <a:endParaRPr lang="en-US" sz="13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4964906" y="3580805"/>
            <a:ext cx="236637" cy="241102"/>
          </a:xfrm>
          <a:prstGeom prst="rect">
            <a:avLst/>
          </a:prstGeom>
        </p:spPr>
      </p:pic>
      <p:pic>
        <p:nvPicPr>
          <p:cNvPr id="4" name="Image 2" descr="visual 3"/>
          <p:cNvPicPr>
            <a:picLocks noChangeAspect="1"/>
          </p:cNvPicPr>
          <p:nvPr/>
        </p:nvPicPr>
        <p:blipFill>
          <a:blip r:embed="rId3"/>
          <a:stretch>
            <a:fillRect/>
          </a:stretch>
        </p:blipFill>
        <p:spPr>
          <a:xfrm>
            <a:off x="4955977" y="4455914"/>
            <a:ext cx="258961" cy="209848"/>
          </a:xfrm>
          <a:prstGeom prst="rect">
            <a:avLst/>
          </a:prstGeom>
        </p:spPr>
      </p:pic>
      <p:pic>
        <p:nvPicPr>
          <p:cNvPr id="5" name="Image 3" descr="visual 5"/>
          <p:cNvPicPr>
            <a:picLocks noChangeAspect="1"/>
          </p:cNvPicPr>
          <p:nvPr/>
        </p:nvPicPr>
        <p:blipFill>
          <a:blip r:embed="rId4"/>
          <a:stretch>
            <a:fillRect/>
          </a:stretch>
        </p:blipFill>
        <p:spPr>
          <a:xfrm>
            <a:off x="4951512" y="4036219"/>
            <a:ext cx="267891" cy="191988"/>
          </a:xfrm>
          <a:prstGeom prst="rect">
            <a:avLst/>
          </a:prstGeom>
        </p:spPr>
      </p:pic>
      <p:pic>
        <p:nvPicPr>
          <p:cNvPr id="6" name="Image 4" descr="visual 6"/>
          <p:cNvPicPr>
            <a:picLocks noChangeAspect="1"/>
          </p:cNvPicPr>
          <p:nvPr/>
        </p:nvPicPr>
        <p:blipFill>
          <a:blip r:embed="rId5"/>
          <a:stretch>
            <a:fillRect/>
          </a:stretch>
        </p:blipFill>
        <p:spPr>
          <a:xfrm>
            <a:off x="4960441" y="2719090"/>
            <a:ext cx="245566" cy="236637"/>
          </a:xfrm>
          <a:prstGeom prst="rect">
            <a:avLst/>
          </a:prstGeom>
        </p:spPr>
      </p:pic>
      <p:pic>
        <p:nvPicPr>
          <p:cNvPr id="7" name="Image 5" descr="visual 7"/>
          <p:cNvPicPr>
            <a:picLocks noChangeAspect="1"/>
          </p:cNvPicPr>
          <p:nvPr/>
        </p:nvPicPr>
        <p:blipFill>
          <a:blip r:embed="rId6"/>
          <a:stretch>
            <a:fillRect/>
          </a:stretch>
        </p:blipFill>
        <p:spPr>
          <a:xfrm>
            <a:off x="4955977" y="2299395"/>
            <a:ext cx="254496" cy="223242"/>
          </a:xfrm>
          <a:prstGeom prst="rect">
            <a:avLst/>
          </a:prstGeom>
        </p:spPr>
      </p:pic>
      <p:pic>
        <p:nvPicPr>
          <p:cNvPr id="8" name="Image 6" descr="visual 8"/>
          <p:cNvPicPr>
            <a:picLocks noChangeAspect="1"/>
          </p:cNvPicPr>
          <p:nvPr/>
        </p:nvPicPr>
        <p:blipFill>
          <a:blip r:embed="rId7"/>
          <a:stretch>
            <a:fillRect/>
          </a:stretch>
        </p:blipFill>
        <p:spPr>
          <a:xfrm>
            <a:off x="754559" y="4460379"/>
            <a:ext cx="285750" cy="205383"/>
          </a:xfrm>
          <a:prstGeom prst="rect">
            <a:avLst/>
          </a:prstGeom>
        </p:spPr>
      </p:pic>
      <p:pic>
        <p:nvPicPr>
          <p:cNvPr id="9" name="Image 7" descr="visual 9"/>
          <p:cNvPicPr>
            <a:picLocks noChangeAspect="1"/>
          </p:cNvPicPr>
          <p:nvPr/>
        </p:nvPicPr>
        <p:blipFill>
          <a:blip r:embed="rId8"/>
          <a:stretch>
            <a:fillRect/>
          </a:stretch>
        </p:blipFill>
        <p:spPr>
          <a:xfrm>
            <a:off x="750094" y="2933402"/>
            <a:ext cx="294680" cy="424160"/>
          </a:xfrm>
          <a:prstGeom prst="rect">
            <a:avLst/>
          </a:prstGeom>
        </p:spPr>
      </p:pic>
      <p:pic>
        <p:nvPicPr>
          <p:cNvPr id="10" name="Image 8" descr="visual 10"/>
          <p:cNvPicPr>
            <a:picLocks noChangeAspect="1"/>
          </p:cNvPicPr>
          <p:nvPr/>
        </p:nvPicPr>
        <p:blipFill>
          <a:blip r:embed="rId9"/>
          <a:stretch>
            <a:fillRect/>
          </a:stretch>
        </p:blipFill>
        <p:spPr>
          <a:xfrm>
            <a:off x="759023" y="3594199"/>
            <a:ext cx="272355" cy="218777"/>
          </a:xfrm>
          <a:prstGeom prst="rect">
            <a:avLst/>
          </a:prstGeom>
        </p:spPr>
      </p:pic>
      <p:pic>
        <p:nvPicPr>
          <p:cNvPr id="11" name="Image 9" descr="visual 11"/>
          <p:cNvPicPr>
            <a:picLocks noChangeAspect="1"/>
          </p:cNvPicPr>
          <p:nvPr/>
        </p:nvPicPr>
        <p:blipFill>
          <a:blip r:embed="rId10"/>
          <a:stretch>
            <a:fillRect/>
          </a:stretch>
        </p:blipFill>
        <p:spPr>
          <a:xfrm>
            <a:off x="776883" y="4027289"/>
            <a:ext cx="232172" cy="218777"/>
          </a:xfrm>
          <a:prstGeom prst="rect">
            <a:avLst/>
          </a:prstGeom>
        </p:spPr>
      </p:pic>
      <p:pic>
        <p:nvPicPr>
          <p:cNvPr id="12" name="Image 10" descr="visual 13"/>
          <p:cNvPicPr>
            <a:picLocks noChangeAspect="1"/>
          </p:cNvPicPr>
          <p:nvPr/>
        </p:nvPicPr>
        <p:blipFill>
          <a:blip r:embed="rId11"/>
          <a:stretch>
            <a:fillRect/>
          </a:stretch>
        </p:blipFill>
        <p:spPr>
          <a:xfrm>
            <a:off x="4835426" y="3085207"/>
            <a:ext cx="495598" cy="370582"/>
          </a:xfrm>
          <a:prstGeom prst="rect">
            <a:avLst/>
          </a:prstGeom>
        </p:spPr>
      </p:pic>
      <p:pic>
        <p:nvPicPr>
          <p:cNvPr id="13" name="Image 11" descr="visual 14"/>
          <p:cNvPicPr>
            <a:picLocks noChangeAspect="1"/>
          </p:cNvPicPr>
          <p:nvPr/>
        </p:nvPicPr>
        <p:blipFill>
          <a:blip r:embed="rId12"/>
          <a:stretch>
            <a:fillRect/>
          </a:stretch>
        </p:blipFill>
        <p:spPr>
          <a:xfrm>
            <a:off x="4826496" y="2219027"/>
            <a:ext cx="504527" cy="375047"/>
          </a:xfrm>
          <a:prstGeom prst="rect">
            <a:avLst/>
          </a:prstGeom>
        </p:spPr>
      </p:pic>
      <p:pic>
        <p:nvPicPr>
          <p:cNvPr id="14" name="Image 12" descr="visual 15"/>
          <p:cNvPicPr>
            <a:picLocks noChangeAspect="1"/>
          </p:cNvPicPr>
          <p:nvPr/>
        </p:nvPicPr>
        <p:blipFill>
          <a:blip r:embed="rId13"/>
          <a:stretch>
            <a:fillRect/>
          </a:stretch>
        </p:blipFill>
        <p:spPr>
          <a:xfrm>
            <a:off x="4830961" y="3513832"/>
            <a:ext cx="508992" cy="567035"/>
          </a:xfrm>
          <a:prstGeom prst="rect">
            <a:avLst/>
          </a:prstGeom>
        </p:spPr>
      </p:pic>
      <p:pic>
        <p:nvPicPr>
          <p:cNvPr id="15" name="Image 13" descr="visual 16"/>
          <p:cNvPicPr>
            <a:picLocks noChangeAspect="1"/>
          </p:cNvPicPr>
          <p:nvPr/>
        </p:nvPicPr>
        <p:blipFill>
          <a:blip r:embed="rId14"/>
          <a:stretch>
            <a:fillRect/>
          </a:stretch>
        </p:blipFill>
        <p:spPr>
          <a:xfrm>
            <a:off x="4830961" y="2656582"/>
            <a:ext cx="504527" cy="602754"/>
          </a:xfrm>
          <a:prstGeom prst="rect">
            <a:avLst/>
          </a:prstGeom>
        </p:spPr>
      </p:pic>
      <p:pic>
        <p:nvPicPr>
          <p:cNvPr id="16" name="Image 14" descr="visual 18"/>
          <p:cNvPicPr>
            <a:picLocks noChangeAspect="1"/>
          </p:cNvPicPr>
          <p:nvPr/>
        </p:nvPicPr>
        <p:blipFill>
          <a:blip r:embed="rId15"/>
          <a:stretch>
            <a:fillRect/>
          </a:stretch>
        </p:blipFill>
        <p:spPr>
          <a:xfrm>
            <a:off x="642938" y="2933402"/>
            <a:ext cx="500063" cy="517922"/>
          </a:xfrm>
          <a:prstGeom prst="rect">
            <a:avLst/>
          </a:prstGeom>
        </p:spPr>
      </p:pic>
      <p:pic>
        <p:nvPicPr>
          <p:cNvPr id="17" name="Image 15" descr="visual 19"/>
          <p:cNvPicPr>
            <a:picLocks noChangeAspect="1"/>
          </p:cNvPicPr>
          <p:nvPr/>
        </p:nvPicPr>
        <p:blipFill>
          <a:blip r:embed="rId16"/>
          <a:stretch>
            <a:fillRect/>
          </a:stretch>
        </p:blipFill>
        <p:spPr>
          <a:xfrm>
            <a:off x="4830961" y="4371082"/>
            <a:ext cx="504527" cy="370582"/>
          </a:xfrm>
          <a:prstGeom prst="rect">
            <a:avLst/>
          </a:prstGeom>
        </p:spPr>
      </p:pic>
      <p:pic>
        <p:nvPicPr>
          <p:cNvPr id="18" name="Image 16" descr="visual 20"/>
          <p:cNvPicPr>
            <a:picLocks noChangeAspect="1"/>
          </p:cNvPicPr>
          <p:nvPr/>
        </p:nvPicPr>
        <p:blipFill>
          <a:blip r:embed="rId17"/>
          <a:stretch>
            <a:fillRect/>
          </a:stretch>
        </p:blipFill>
        <p:spPr>
          <a:xfrm>
            <a:off x="4826496" y="3942457"/>
            <a:ext cx="508992" cy="531316"/>
          </a:xfrm>
          <a:prstGeom prst="rect">
            <a:avLst/>
          </a:prstGeom>
        </p:spPr>
      </p:pic>
      <p:sp>
        <p:nvSpPr>
          <p:cNvPr id="19" name="Text 0"/>
          <p:cNvSpPr/>
          <p:nvPr/>
        </p:nvSpPr>
        <p:spPr>
          <a:xfrm>
            <a:off x="495598" y="244001"/>
            <a:ext cx="8081367" cy="443032"/>
          </a:xfrm>
          <a:prstGeom prst="rect">
            <a:avLst/>
          </a:prstGeom>
          <a:noFill/>
        </p:spPr>
        <p:txBody>
          <a:bodyPr wrap="none" lIns="0" tIns="0" rIns="0" bIns="0" rtlCol="0" anchor="t"/>
          <a:lstStyle/>
          <a:p>
            <a:pPr marL="0" indent="0" algn="l">
              <a:buNone/>
            </a:pP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Bagaimana</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 </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Kita</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 </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Menghidupi</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 Kehidupan Baru </a:t>
            </a:r>
            <a:r>
              <a:rPr lang="en-US" sz="279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Ini?</a:t>
            </a:r>
            <a:endParaRPr lang="en-US" sz="2790" dirty="0"/>
          </a:p>
        </p:txBody>
      </p:sp>
      <p:sp>
        <p:nvSpPr>
          <p:cNvPr id="20" name="Text 1"/>
          <p:cNvSpPr/>
          <p:nvPr/>
        </p:nvSpPr>
        <p:spPr>
          <a:xfrm>
            <a:off x="544671" y="842152"/>
            <a:ext cx="3205758" cy="235900"/>
          </a:xfrm>
          <a:prstGeom prst="rect">
            <a:avLst/>
          </a:prstGeom>
          <a:noFill/>
        </p:spPr>
        <p:txBody>
          <a:bodyPr wrap="none" lIns="0" tIns="0" rIns="0" bIns="0" rtlCol="0" anchor="t"/>
          <a:lstStyle/>
          <a:p>
            <a:pPr marL="0" indent="0" algn="l">
              <a:buNone/>
            </a:pPr>
            <a:r>
              <a:rPr lang="en-US" sz="1485" b="1" dirty="0">
                <a:solidFill>
                  <a:srgbClr val="F9F9FD"/>
                </a:solidFill>
                <a:latin typeface="Segoe UI" panose="020B0502040204020203" pitchFamily="34" charset="0"/>
                <a:ea typeface="Segoe UI" panose="020B0502040204020203" pitchFamily="34" charset="-122"/>
                <a:cs typeface="Segoe UI" panose="020B0502040204020203" pitchFamily="34" charset="-120"/>
              </a:rPr>
              <a:t>3.</a:t>
            </a:r>
            <a:r>
              <a:rPr lang="en-US" sz="1485" b="1" dirty="0">
                <a:solidFill>
                  <a:srgbClr val="EDFDFF"/>
                </a:solidFill>
                <a:latin typeface="Segoe UI" panose="020B0502040204020203" pitchFamily="34" charset="0"/>
                <a:ea typeface="Segoe UI" panose="020B0502040204020203" pitchFamily="34" charset="-122"/>
                <a:cs typeface="Segoe UI" panose="020B0502040204020203" pitchFamily="34" charset="-120"/>
              </a:rPr>
              <a:t> </a:t>
            </a:r>
            <a:r>
              <a:rPr lang="en-US" sz="1485" b="1" dirty="0">
                <a:solidFill>
                  <a:srgbClr val="292D39"/>
                </a:solidFill>
                <a:latin typeface="Segoe UI" panose="020B0502040204020203" pitchFamily="34" charset="0"/>
                <a:ea typeface="Segoe UI" panose="020B0502040204020203" pitchFamily="34" charset="-122"/>
                <a:cs typeface="Segoe UI" panose="020B0502040204020203" pitchFamily="34" charset="-120"/>
              </a:rPr>
              <a:t>Hidup</a:t>
            </a:r>
            <a:r>
              <a:rPr lang="en-US" sz="1485" b="1" dirty="0">
                <a:solidFill>
                  <a:srgbClr val="25262B"/>
                </a:solidFill>
                <a:latin typeface="Segoe UI" panose="020B0502040204020203" pitchFamily="34" charset="0"/>
                <a:ea typeface="Segoe UI" panose="020B0502040204020203" pitchFamily="34" charset="-122"/>
                <a:cs typeface="Segoe UI" panose="020B0502040204020203" pitchFamily="34" charset="-120"/>
              </a:rPr>
              <a:t> </a:t>
            </a:r>
            <a:r>
              <a:rPr lang="en-US" sz="1485" b="1" dirty="0">
                <a:solidFill>
                  <a:srgbClr val="2D3139"/>
                </a:solidFill>
                <a:latin typeface="Segoe UI" panose="020B0502040204020203" pitchFamily="34" charset="0"/>
                <a:ea typeface="Segoe UI" panose="020B0502040204020203" pitchFamily="34" charset="-122"/>
                <a:cs typeface="Segoe UI" panose="020B0502040204020203" pitchFamily="34" charset="-120"/>
              </a:rPr>
              <a:t>dengan</a:t>
            </a:r>
            <a:r>
              <a:rPr lang="en-US" sz="1485" b="1" dirty="0">
                <a:solidFill>
                  <a:srgbClr val="2E323B"/>
                </a:solidFill>
                <a:latin typeface="Segoe UI" panose="020B0502040204020203" pitchFamily="34" charset="0"/>
                <a:ea typeface="Segoe UI" panose="020B0502040204020203" pitchFamily="34" charset="-122"/>
                <a:cs typeface="Segoe UI" panose="020B0502040204020203" pitchFamily="34" charset="-120"/>
              </a:rPr>
              <a:t> </a:t>
            </a:r>
            <a:r>
              <a:rPr lang="en-US" sz="1485" b="1" dirty="0">
                <a:solidFill>
                  <a:srgbClr val="292D35"/>
                </a:solidFill>
                <a:latin typeface="Segoe UI" panose="020B0502040204020203" pitchFamily="34" charset="0"/>
                <a:ea typeface="Segoe UI" panose="020B0502040204020203" pitchFamily="34" charset="-122"/>
                <a:cs typeface="Segoe UI" panose="020B0502040204020203" pitchFamily="34" charset="-120"/>
              </a:rPr>
              <a:t>Perilaku yang</a:t>
            </a:r>
            <a:r>
              <a:rPr lang="en-US" sz="1485" b="1" dirty="0">
                <a:solidFill>
                  <a:srgbClr val="292B37"/>
                </a:solidFill>
                <a:latin typeface="Segoe UI" panose="020B0502040204020203" pitchFamily="34" charset="0"/>
                <a:ea typeface="Segoe UI" panose="020B0502040204020203" pitchFamily="34" charset="-122"/>
                <a:cs typeface="Segoe UI" panose="020B0502040204020203" pitchFamily="34" charset="-120"/>
              </a:rPr>
              <a:t> </a:t>
            </a:r>
            <a:r>
              <a:rPr lang="en-US" sz="1485" b="1" dirty="0">
                <a:solidFill>
                  <a:srgbClr val="292D39"/>
                </a:solidFill>
                <a:latin typeface="Segoe UI" panose="020B0502040204020203" pitchFamily="34" charset="0"/>
                <a:ea typeface="Segoe UI" panose="020B0502040204020203" pitchFamily="34" charset="-122"/>
                <a:cs typeface="Segoe UI" panose="020B0502040204020203" pitchFamily="34" charset="-120"/>
              </a:rPr>
              <a:t>Baru</a:t>
            </a:r>
            <a:endParaRPr lang="en-US" sz="1485" dirty="0"/>
          </a:p>
        </p:txBody>
      </p:sp>
      <p:sp>
        <p:nvSpPr>
          <p:cNvPr id="21" name="Text 2"/>
          <p:cNvSpPr/>
          <p:nvPr/>
        </p:nvSpPr>
        <p:spPr>
          <a:xfrm>
            <a:off x="553641" y="1189263"/>
            <a:ext cx="5942707" cy="368112"/>
          </a:xfrm>
          <a:prstGeom prst="rect">
            <a:avLst/>
          </a:prstGeom>
          <a:noFill/>
        </p:spPr>
        <p:txBody>
          <a:bodyPr wrap="none" lIns="0" tIns="0" rIns="0" bIns="0" rtlCol="0" anchor="t"/>
          <a:lstStyle/>
          <a:p>
            <a:pPr marL="0" indent="0" algn="l">
              <a:buNone/>
            </a:pP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Kelahiran</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baru</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bukan</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hanya</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status,</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tapi</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juga transformasi</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praktis</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dalam perilaku</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sehari-hari.</a:t>
            </a:r>
            <a:endParaRPr lang="en-US" sz="1160" dirty="0"/>
          </a:p>
          <a:p>
            <a:pPr marL="0" indent="0" algn="l">
              <a:buNone/>
            </a:pP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Berikut</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adalah</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beberapa</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 </a:t>
            </a:r>
            <a:r>
              <a:rPr lang="en-US" sz="1160" dirty="0">
                <a:solidFill>
                  <a:srgbClr val="242933"/>
                </a:solidFill>
                <a:latin typeface="Arial" panose="020B0604020202020204" pitchFamily="34" charset="0"/>
                <a:ea typeface="Arial" panose="020B0604020202020204" pitchFamily="34" charset="-122"/>
                <a:cs typeface="Arial" panose="020B0604020202020204" pitchFamily="34" charset="-120"/>
              </a:rPr>
              <a:t>contohnya:</a:t>
            </a:r>
            <a:endParaRPr lang="en-US" sz="1160" dirty="0"/>
          </a:p>
        </p:txBody>
      </p:sp>
      <p:sp>
        <p:nvSpPr>
          <p:cNvPr id="22" name="Text 3"/>
          <p:cNvSpPr/>
          <p:nvPr/>
        </p:nvSpPr>
        <p:spPr>
          <a:xfrm>
            <a:off x="812602" y="1868091"/>
            <a:ext cx="75902" cy="118765"/>
          </a:xfrm>
          <a:prstGeom prst="rect">
            <a:avLst/>
          </a:prstGeom>
          <a:noFill/>
        </p:spPr>
        <p:txBody>
          <a:bodyPr wrap="none" lIns="0" tIns="0" rIns="0" bIns="0" rtlCol="0" anchor="t"/>
          <a:lstStyle/>
          <a:p>
            <a:pPr marL="0" indent="0" algn="l">
              <a:buNone/>
            </a:pPr>
            <a:r>
              <a:rPr lang="en-US" sz="705" b="1" dirty="0">
                <a:solidFill>
                  <a:srgbClr val="FEFEFE"/>
                </a:solidFill>
                <a:latin typeface="Georgia" panose="02040502050405020303" pitchFamily="34" charset="0"/>
                <a:ea typeface="Georgia" panose="02040502050405020303" pitchFamily="34" charset="-122"/>
                <a:cs typeface="Georgia" panose="02040502050405020303" pitchFamily="34" charset="-120"/>
              </a:rPr>
              <a:t>+</a:t>
            </a:r>
            <a:endParaRPr lang="en-US" sz="705" dirty="0"/>
          </a:p>
        </p:txBody>
      </p:sp>
      <p:sp>
        <p:nvSpPr>
          <p:cNvPr id="23" name="Text 4"/>
          <p:cNvSpPr/>
          <p:nvPr/>
        </p:nvSpPr>
        <p:spPr>
          <a:xfrm>
            <a:off x="1134070" y="1838430"/>
            <a:ext cx="1718965" cy="226259"/>
          </a:xfrm>
          <a:prstGeom prst="rect">
            <a:avLst/>
          </a:prstGeom>
          <a:noFill/>
        </p:spPr>
        <p:txBody>
          <a:bodyPr wrap="none" lIns="0" tIns="0" rIns="0" bIns="0" rtlCol="0" anchor="t"/>
          <a:lstStyle/>
          <a:p>
            <a:pPr marL="0" indent="0" algn="l">
              <a:buNone/>
            </a:pPr>
            <a:r>
              <a:rPr lang="en-US" sz="1425" b="1" dirty="0">
                <a:solidFill>
                  <a:srgbClr val="FFFFFF"/>
                </a:solidFill>
                <a:latin typeface="Arial" panose="020B0604020202020204" pitchFamily="34" charset="0"/>
                <a:ea typeface="Arial" panose="020B0604020202020204" pitchFamily="34" charset="-122"/>
                <a:cs typeface="Arial" panose="020B0604020202020204" pitchFamily="34" charset="-120"/>
              </a:rPr>
              <a:t>Praktik</a:t>
            </a:r>
            <a:r>
              <a:rPr lang="en-US" sz="1425"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425" b="1" dirty="0">
                <a:solidFill>
                  <a:srgbClr val="FFFFFF"/>
                </a:solidFill>
                <a:latin typeface="Arial" panose="020B0604020202020204" pitchFamily="34" charset="0"/>
                <a:ea typeface="Arial" panose="020B0604020202020204" pitchFamily="34" charset="-122"/>
                <a:cs typeface="Arial" panose="020B0604020202020204" pitchFamily="34" charset="-120"/>
              </a:rPr>
              <a:t>dari</a:t>
            </a:r>
            <a:r>
              <a:rPr lang="en-US" sz="1425"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425" b="1" dirty="0">
                <a:solidFill>
                  <a:srgbClr val="FFFFFF"/>
                </a:solidFill>
                <a:latin typeface="Arial" panose="020B0604020202020204" pitchFamily="34" charset="0"/>
                <a:ea typeface="Arial" panose="020B0604020202020204" pitchFamily="34" charset="-122"/>
                <a:cs typeface="Arial" panose="020B0604020202020204" pitchFamily="34" charset="-120"/>
              </a:rPr>
              <a:t>Efesus 4:23-32</a:t>
            </a:r>
            <a:endParaRPr lang="en-US" sz="1425" dirty="0"/>
          </a:p>
        </p:txBody>
      </p:sp>
      <p:sp>
        <p:nvSpPr>
          <p:cNvPr id="24" name="Text 5"/>
          <p:cNvSpPr/>
          <p:nvPr/>
        </p:nvSpPr>
        <p:spPr>
          <a:xfrm>
            <a:off x="5228332" y="1843547"/>
            <a:ext cx="1710035" cy="216065"/>
          </a:xfrm>
          <a:prstGeom prst="rect">
            <a:avLst/>
          </a:prstGeom>
          <a:noFill/>
        </p:spPr>
        <p:txBody>
          <a:bodyPr wrap="none" lIns="0" tIns="0" rIns="0" bIns="0" rtlCol="0" anchor="t"/>
          <a:lstStyle/>
          <a:p>
            <a:pPr marL="0" indent="0" algn="l">
              <a:buNone/>
            </a:pP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Praktik</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dari</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Kolose</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360" b="1" dirty="0">
                <a:solidFill>
                  <a:srgbClr val="FFFFFF"/>
                </a:solidFill>
                <a:latin typeface="Arial" panose="020B0604020202020204" pitchFamily="34" charset="0"/>
                <a:ea typeface="Arial" panose="020B0604020202020204" pitchFamily="34" charset="-122"/>
                <a:cs typeface="Arial" panose="020B0604020202020204" pitchFamily="34" charset="-120"/>
              </a:rPr>
              <a:t>3:10-17</a:t>
            </a:r>
            <a:endParaRPr lang="en-US" sz="1360" dirty="0"/>
          </a:p>
        </p:txBody>
      </p:sp>
      <p:sp>
        <p:nvSpPr>
          <p:cNvPr id="25" name="Text 6"/>
          <p:cNvSpPr/>
          <p:nvPr/>
        </p:nvSpPr>
        <p:spPr>
          <a:xfrm>
            <a:off x="834926" y="2353044"/>
            <a:ext cx="120551" cy="147268"/>
          </a:xfrm>
          <a:prstGeom prst="rect">
            <a:avLst/>
          </a:prstGeom>
          <a:noFill/>
        </p:spPr>
        <p:txBody>
          <a:bodyPr wrap="none" lIns="0" tIns="0" rIns="0" bIns="0" rtlCol="0" anchor="t"/>
          <a:lstStyle/>
          <a:p>
            <a:pPr marL="0" indent="0" algn="l">
              <a:buNone/>
            </a:pPr>
            <a:r>
              <a:rPr lang="en-US" sz="870" dirty="0">
                <a:solidFill>
                  <a:srgbClr val="E9EDF9"/>
                </a:solidFill>
                <a:latin typeface="Segoe UI" panose="020B0502040204020203" pitchFamily="34" charset="0"/>
                <a:ea typeface="Segoe UI" panose="020B0502040204020203" pitchFamily="34" charset="-122"/>
                <a:cs typeface="Segoe UI" panose="020B0502040204020203" pitchFamily="34" charset="-120"/>
              </a:rPr>
              <a:t>III</a:t>
            </a:r>
            <a:endParaRPr lang="en-US" sz="870" dirty="0"/>
          </a:p>
        </p:txBody>
      </p:sp>
      <p:sp>
        <p:nvSpPr>
          <p:cNvPr id="26" name="Text 7"/>
          <p:cNvSpPr/>
          <p:nvPr/>
        </p:nvSpPr>
        <p:spPr>
          <a:xfrm>
            <a:off x="1317129" y="2323698"/>
            <a:ext cx="2174379" cy="178364"/>
          </a:xfrm>
          <a:prstGeom prst="rect">
            <a:avLst/>
          </a:prstGeom>
          <a:noFill/>
        </p:spPr>
        <p:txBody>
          <a:bodyPr wrap="none" lIns="0" tIns="0" rIns="0" bIns="0" rtlCol="0" anchor="t"/>
          <a:lstStyle/>
          <a:p>
            <a:pPr marL="0" indent="0" algn="l">
              <a:buNone/>
            </a:pP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Buang</a:t>
            </a:r>
            <a:r>
              <a:rPr lang="en-US" sz="1125" dirty="0">
                <a:solidFill>
                  <a:srgbClr val="252A35"/>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dusta,</a:t>
            </a:r>
            <a:r>
              <a:rPr lang="en-US" sz="1125" dirty="0">
                <a:solidFill>
                  <a:srgbClr val="252A35"/>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katakan</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yang</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5"/>
                </a:solidFill>
                <a:latin typeface="Segoe UI" panose="020B0502040204020203" pitchFamily="34" charset="0"/>
                <a:ea typeface="Segoe UI" panose="020B0502040204020203" pitchFamily="34" charset="-122"/>
                <a:cs typeface="Segoe UI" panose="020B0502040204020203" pitchFamily="34" charset="-120"/>
              </a:rPr>
              <a:t>benar (ay 25)</a:t>
            </a:r>
            <a:endParaRPr lang="en-US" sz="1125" dirty="0"/>
          </a:p>
        </p:txBody>
      </p:sp>
      <p:sp>
        <p:nvSpPr>
          <p:cNvPr id="27" name="Text 8"/>
          <p:cNvSpPr/>
          <p:nvPr/>
        </p:nvSpPr>
        <p:spPr>
          <a:xfrm>
            <a:off x="5482828" y="2324095"/>
            <a:ext cx="2518172" cy="172155"/>
          </a:xfrm>
          <a:prstGeom prst="rect">
            <a:avLst/>
          </a:prstGeom>
          <a:noFill/>
        </p:spPr>
        <p:txBody>
          <a:bodyPr wrap="none" lIns="0" tIns="0" rIns="0" bIns="0" rtlCol="0" anchor="t"/>
          <a:lstStyle/>
          <a:p>
            <a:pPr marL="0" indent="0" algn="l">
              <a:buNone/>
            </a:pPr>
            <a:r>
              <a:rPr lang="en-US" sz="1085" dirty="0"/>
              <a:t>Mudah diperbaharui dan bertobat (ay 10)</a:t>
            </a:r>
            <a:endParaRPr lang="en-US" sz="1085" dirty="0"/>
          </a:p>
        </p:txBody>
      </p:sp>
      <p:sp>
        <p:nvSpPr>
          <p:cNvPr id="28" name="Text 9"/>
          <p:cNvSpPr/>
          <p:nvPr/>
        </p:nvSpPr>
        <p:spPr>
          <a:xfrm>
            <a:off x="866180" y="2740702"/>
            <a:ext cx="84832" cy="94474"/>
          </a:xfrm>
          <a:prstGeom prst="rect">
            <a:avLst/>
          </a:prstGeom>
          <a:noFill/>
        </p:spPr>
        <p:txBody>
          <a:bodyPr wrap="none" lIns="0" tIns="0" rIns="0" bIns="0" rtlCol="0" anchor="t"/>
          <a:lstStyle/>
          <a:p>
            <a:pPr marL="0" indent="0" algn="l">
              <a:buNone/>
            </a:pPr>
            <a:r>
              <a:rPr lang="en-US" sz="510" dirty="0">
                <a:solidFill>
                  <a:srgbClr val="F3F5F8"/>
                </a:solidFill>
                <a:latin typeface="Arial" panose="020B0604020202020204" pitchFamily="34" charset="0"/>
                <a:ea typeface="Arial" panose="020B0604020202020204" pitchFamily="34" charset="-122"/>
                <a:cs typeface="Arial" panose="020B0604020202020204" pitchFamily="34" charset="-120"/>
              </a:rPr>
              <a:t>Xx</a:t>
            </a:r>
            <a:endParaRPr lang="en-US" sz="510" dirty="0"/>
          </a:p>
        </p:txBody>
      </p:sp>
      <p:sp>
        <p:nvSpPr>
          <p:cNvPr id="29" name="Text 10"/>
          <p:cNvSpPr/>
          <p:nvPr/>
        </p:nvSpPr>
        <p:spPr>
          <a:xfrm>
            <a:off x="1312664" y="2747858"/>
            <a:ext cx="1544836" cy="181079"/>
          </a:xfrm>
          <a:prstGeom prst="rect">
            <a:avLst/>
          </a:prstGeom>
          <a:noFill/>
        </p:spPr>
        <p:txBody>
          <a:bodyPr wrap="none" lIns="0" tIns="0" rIns="0" bIns="0" rtlCol="0" anchor="t"/>
          <a:lstStyle/>
          <a:p>
            <a:pPr marL="0" indent="0" algn="l">
              <a:buNone/>
            </a:pP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Jangan</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simpan</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amarah (ay 26)</a:t>
            </a:r>
            <a:endParaRPr lang="en-US" sz="1125" dirty="0"/>
          </a:p>
        </p:txBody>
      </p:sp>
      <p:sp>
        <p:nvSpPr>
          <p:cNvPr id="30" name="Text 11"/>
          <p:cNvSpPr/>
          <p:nvPr/>
        </p:nvSpPr>
        <p:spPr>
          <a:xfrm>
            <a:off x="5474970" y="2676525"/>
            <a:ext cx="2720975" cy="196850"/>
          </a:xfrm>
          <a:prstGeom prst="rect">
            <a:avLst/>
          </a:prstGeom>
          <a:noFill/>
        </p:spPr>
        <p:txBody>
          <a:bodyPr wrap="none" lIns="0" tIns="0" rIns="0" bIns="0" rtlCol="0" anchor="t"/>
          <a:lstStyle/>
          <a:p>
            <a:pPr marL="0" indent="0" algn="l">
              <a:buNone/>
            </a:pPr>
            <a:r>
              <a:rPr lang="en-US" sz="1000" dirty="0">
                <a:solidFill>
                  <a:srgbClr val="262A35"/>
                </a:solidFill>
                <a:latin typeface="Segoe UI" panose="020B0502040204020203" pitchFamily="34" charset="0"/>
                <a:ea typeface="Segoe UI" panose="020B0502040204020203" pitchFamily="34" charset="-122"/>
                <a:cs typeface="Segoe UI" panose="020B0502040204020203" pitchFamily="34" charset="-120"/>
              </a:rPr>
              <a:t>Belas kasihan, kemurahan, kerendahan </a:t>
            </a:r>
            <a:endParaRPr lang="en-US" sz="1000" dirty="0">
              <a:solidFill>
                <a:srgbClr val="262A35"/>
              </a:solidFill>
              <a:latin typeface="Segoe UI" panose="020B0502040204020203" pitchFamily="34" charset="0"/>
              <a:ea typeface="Segoe UI" panose="020B0502040204020203" pitchFamily="34" charset="-122"/>
              <a:cs typeface="Segoe UI" panose="020B0502040204020203" pitchFamily="34" charset="-120"/>
            </a:endParaRPr>
          </a:p>
          <a:p>
            <a:pPr marL="0" indent="0" algn="l">
              <a:buNone/>
            </a:pPr>
            <a:r>
              <a:rPr lang="en-US" sz="1000" dirty="0">
                <a:solidFill>
                  <a:srgbClr val="262A35"/>
                </a:solidFill>
                <a:latin typeface="Segoe UI" panose="020B0502040204020203" pitchFamily="34" charset="0"/>
                <a:ea typeface="Segoe UI" panose="020B0502040204020203" pitchFamily="34" charset="-122"/>
                <a:cs typeface="Segoe UI" panose="020B0502040204020203" pitchFamily="34" charset="-120"/>
              </a:rPr>
              <a:t>hati, Kelemahlembutan, Sabar (ay 12)</a:t>
            </a:r>
            <a:endParaRPr lang="en-US" sz="1000" dirty="0">
              <a:solidFill>
                <a:srgbClr val="262A35"/>
              </a:solidFill>
              <a:latin typeface="Segoe UI" panose="020B0502040204020203" pitchFamily="34" charset="0"/>
              <a:ea typeface="Segoe UI" panose="020B0502040204020203" pitchFamily="34" charset="-122"/>
              <a:cs typeface="Segoe UI" panose="020B0502040204020203" pitchFamily="34" charset="-120"/>
            </a:endParaRPr>
          </a:p>
        </p:txBody>
      </p:sp>
      <p:sp>
        <p:nvSpPr>
          <p:cNvPr id="31" name="Text 12"/>
          <p:cNvSpPr/>
          <p:nvPr/>
        </p:nvSpPr>
        <p:spPr>
          <a:xfrm>
            <a:off x="1299349" y="3180948"/>
            <a:ext cx="1995785" cy="178364"/>
          </a:xfrm>
          <a:prstGeom prst="rect">
            <a:avLst/>
          </a:prstGeom>
          <a:noFill/>
        </p:spPr>
        <p:txBody>
          <a:bodyPr wrap="none" lIns="0" tIns="0" rIns="0" bIns="0" rtlCol="0" anchor="t"/>
          <a:lstStyle/>
          <a:p>
            <a:pPr marL="0" indent="0" algn="l">
              <a:buNone/>
            </a:pP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Bekerja</a:t>
            </a:r>
            <a:r>
              <a:rPr lang="en-US" sz="1125"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keras</a:t>
            </a:r>
            <a:r>
              <a:rPr lang="en-US" sz="1125"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dirty="0">
                <a:solidFill>
                  <a:srgbClr val="252A34"/>
                </a:solidFill>
                <a:latin typeface="Segoe UI" panose="020B0502040204020203" pitchFamily="34" charset="0"/>
                <a:ea typeface="Segoe UI" panose="020B0502040204020203" pitchFamily="34" charset="-122"/>
                <a:cs typeface="Segoe UI" panose="020B0502040204020203" pitchFamily="34" charset="-120"/>
              </a:rPr>
              <a:t>&amp;</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suka</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 </a:t>
            </a:r>
            <a:r>
              <a:rPr lang="en-US" sz="1125" b="1" dirty="0">
                <a:solidFill>
                  <a:srgbClr val="252A34"/>
                </a:solidFill>
                <a:latin typeface="Segoe UI" panose="020B0502040204020203" pitchFamily="34" charset="0"/>
                <a:ea typeface="Segoe UI" panose="020B0502040204020203" pitchFamily="34" charset="-122"/>
                <a:cs typeface="Segoe UI" panose="020B0502040204020203" pitchFamily="34" charset="-120"/>
              </a:rPr>
              <a:t>memberi (ay 28)</a:t>
            </a:r>
            <a:endParaRPr lang="en-US" sz="1125" dirty="0"/>
          </a:p>
        </p:txBody>
      </p:sp>
      <p:sp>
        <p:nvSpPr>
          <p:cNvPr id="32" name="Text 13"/>
          <p:cNvSpPr/>
          <p:nvPr/>
        </p:nvSpPr>
        <p:spPr>
          <a:xfrm>
            <a:off x="5482828" y="3185854"/>
            <a:ext cx="2111871" cy="176174"/>
          </a:xfrm>
          <a:prstGeom prst="rect">
            <a:avLst/>
          </a:prstGeom>
          <a:noFill/>
        </p:spPr>
        <p:txBody>
          <a:bodyPr wrap="none" lIns="0" tIns="0" rIns="0" bIns="0" rtlCol="0" anchor="t"/>
          <a:lstStyle/>
          <a:p>
            <a:pPr marL="0" indent="0" algn="l">
              <a:buNone/>
            </a:pP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Kenakan</a:t>
            </a: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 </a:t>
            </a:r>
            <a:r>
              <a:rPr lang="en-US" sz="1080" dirty="0">
                <a:solidFill>
                  <a:srgbClr val="252A34"/>
                </a:solidFill>
                <a:latin typeface="Arial" panose="020B0604020202020204" pitchFamily="34" charset="0"/>
                <a:ea typeface="Arial" panose="020B0604020202020204" pitchFamily="34" charset="-122"/>
                <a:cs typeface="Arial" panose="020B0604020202020204" pitchFamily="34" charset="-120"/>
              </a:rPr>
              <a:t>kasih</a:t>
            </a: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 </a:t>
            </a: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sebagai</a:t>
            </a: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 </a:t>
            </a:r>
            <a:r>
              <a:rPr lang="en-US" sz="1080" b="1" dirty="0">
                <a:solidFill>
                  <a:srgbClr val="252A34"/>
                </a:solidFill>
                <a:latin typeface="Arial" panose="020B0604020202020204" pitchFamily="34" charset="0"/>
                <a:ea typeface="Arial" panose="020B0604020202020204" pitchFamily="34" charset="-122"/>
                <a:cs typeface="Arial" panose="020B0604020202020204" pitchFamily="34" charset="-120"/>
              </a:rPr>
              <a:t>pengikat (ay 13-15)</a:t>
            </a:r>
            <a:endParaRPr lang="en-US" sz="1080" dirty="0"/>
          </a:p>
        </p:txBody>
      </p:sp>
      <p:sp>
        <p:nvSpPr>
          <p:cNvPr id="33" name="Text 14"/>
          <p:cNvSpPr/>
          <p:nvPr/>
        </p:nvSpPr>
        <p:spPr>
          <a:xfrm>
            <a:off x="1317129" y="3614406"/>
            <a:ext cx="1745754" cy="176246"/>
          </a:xfrm>
          <a:prstGeom prst="rect">
            <a:avLst/>
          </a:prstGeom>
          <a:noFill/>
        </p:spPr>
        <p:txBody>
          <a:bodyPr wrap="none" lIns="0" tIns="0" rIns="0" bIns="0" rtlCol="0" anchor="t"/>
          <a:lstStyle/>
          <a:p>
            <a:pPr marL="0" indent="0" algn="l">
              <a:buNone/>
            </a:pPr>
            <a:r>
              <a:rPr lang="en-US" sz="1085" b="1" dirty="0">
                <a:solidFill>
                  <a:srgbClr val="272C35"/>
                </a:solidFill>
                <a:latin typeface="Segoe UI" panose="020B0502040204020203" pitchFamily="34" charset="0"/>
                <a:ea typeface="Segoe UI" panose="020B0502040204020203" pitchFamily="34" charset="-122"/>
                <a:cs typeface="Segoe UI" panose="020B0502040204020203" pitchFamily="34" charset="-120"/>
              </a:rPr>
              <a:t>Berkata yang</a:t>
            </a:r>
            <a:r>
              <a:rPr lang="en-US" sz="1085" b="1" dirty="0">
                <a:solidFill>
                  <a:srgbClr val="272C35"/>
                </a:solidFill>
                <a:latin typeface="Segoe UI" panose="020B0502040204020203" pitchFamily="34" charset="0"/>
                <a:ea typeface="Segoe UI" panose="020B0502040204020203" pitchFamily="34" charset="-122"/>
                <a:cs typeface="Segoe UI" panose="020B0502040204020203" pitchFamily="34" charset="-120"/>
              </a:rPr>
              <a:t> </a:t>
            </a:r>
            <a:r>
              <a:rPr lang="en-US" sz="1085" b="1" dirty="0">
                <a:solidFill>
                  <a:srgbClr val="272C35"/>
                </a:solidFill>
                <a:latin typeface="Segoe UI" panose="020B0502040204020203" pitchFamily="34" charset="0"/>
                <a:ea typeface="Segoe UI" panose="020B0502040204020203" pitchFamily="34" charset="-122"/>
                <a:cs typeface="Segoe UI" panose="020B0502040204020203" pitchFamily="34" charset="-120"/>
              </a:rPr>
              <a:t>membangun (ay 29)</a:t>
            </a:r>
            <a:endParaRPr lang="en-US" sz="1085" dirty="0"/>
          </a:p>
        </p:txBody>
      </p:sp>
      <p:sp>
        <p:nvSpPr>
          <p:cNvPr id="34" name="Text 15"/>
          <p:cNvSpPr/>
          <p:nvPr/>
        </p:nvSpPr>
        <p:spPr>
          <a:xfrm>
            <a:off x="5482828" y="3609573"/>
            <a:ext cx="2058293" cy="178364"/>
          </a:xfrm>
          <a:prstGeom prst="rect">
            <a:avLst/>
          </a:prstGeom>
          <a:noFill/>
        </p:spPr>
        <p:txBody>
          <a:bodyPr wrap="none" lIns="0" tIns="0" rIns="0" bIns="0" rtlCol="0" anchor="t"/>
          <a:lstStyle/>
          <a:p>
            <a:pPr marL="0" indent="0" algn="l">
              <a:buNone/>
            </a:pPr>
            <a:r>
              <a:rPr lang="en-US" sz="1125" b="1" dirty="0">
                <a:solidFill>
                  <a:srgbClr val="262B35"/>
                </a:solidFill>
                <a:latin typeface="Segoe UI" panose="020B0502040204020203" pitchFamily="34" charset="0"/>
                <a:ea typeface="Segoe UI" panose="020B0502040204020203" pitchFamily="34" charset="-122"/>
                <a:cs typeface="Segoe UI" panose="020B0502040204020203" pitchFamily="34" charset="-120"/>
              </a:rPr>
              <a:t>Bersyukur, menyanyikan mazmur (ay 15-16)</a:t>
            </a:r>
            <a:endParaRPr lang="en-US" sz="1125" dirty="0"/>
          </a:p>
        </p:txBody>
      </p:sp>
      <p:sp>
        <p:nvSpPr>
          <p:cNvPr id="35" name="Text 16"/>
          <p:cNvSpPr/>
          <p:nvPr/>
        </p:nvSpPr>
        <p:spPr>
          <a:xfrm>
            <a:off x="1317129" y="4043104"/>
            <a:ext cx="1665387" cy="176174"/>
          </a:xfrm>
          <a:prstGeom prst="rect">
            <a:avLst/>
          </a:prstGeom>
          <a:noFill/>
        </p:spPr>
        <p:txBody>
          <a:bodyPr wrap="none" lIns="0" tIns="0" rIns="0" bIns="0" rtlCol="0" anchor="t"/>
          <a:lstStyle/>
          <a:p>
            <a:pPr marL="0" indent="0" algn="l">
              <a:buNone/>
            </a:pP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Buang</a:t>
            </a: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kepahitan</a:t>
            </a: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080" dirty="0">
                <a:solidFill>
                  <a:srgbClr val="262B35"/>
                </a:solidFill>
                <a:latin typeface="Segoe UI" panose="020B0502040204020203" pitchFamily="34" charset="0"/>
                <a:ea typeface="Segoe UI" panose="020B0502040204020203" pitchFamily="34" charset="-122"/>
                <a:cs typeface="Segoe UI" panose="020B0502040204020203" pitchFamily="34" charset="-120"/>
              </a:rPr>
              <a:t>&amp;</a:t>
            </a: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08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fitnah (ay 31)</a:t>
            </a:r>
            <a:endParaRPr lang="en-US" sz="1080" dirty="0"/>
          </a:p>
        </p:txBody>
      </p:sp>
      <p:sp>
        <p:nvSpPr>
          <p:cNvPr id="36" name="Text 17"/>
          <p:cNvSpPr/>
          <p:nvPr/>
        </p:nvSpPr>
        <p:spPr>
          <a:xfrm>
            <a:off x="5482828" y="4047382"/>
            <a:ext cx="1973461" cy="180825"/>
          </a:xfrm>
          <a:prstGeom prst="rect">
            <a:avLst/>
          </a:prstGeom>
          <a:noFill/>
        </p:spPr>
        <p:txBody>
          <a:bodyPr wrap="none" lIns="0" tIns="0" rIns="0" bIns="0" rtlCol="0" anchor="t"/>
          <a:lstStyle/>
          <a:p>
            <a:pPr marL="0" indent="0" algn="l">
              <a:buNone/>
            </a:pPr>
            <a:r>
              <a:rPr lang="en-US" sz="110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Saling</a:t>
            </a:r>
            <a:r>
              <a:rPr lang="en-US" sz="110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100" dirty="0">
                <a:solidFill>
                  <a:srgbClr val="262B35"/>
                </a:solidFill>
                <a:latin typeface="Segoe UI" panose="020B0502040204020203" pitchFamily="34" charset="0"/>
                <a:ea typeface="Segoe UI" panose="020B0502040204020203" pitchFamily="34" charset="-122"/>
                <a:cs typeface="Segoe UI" panose="020B0502040204020203" pitchFamily="34" charset="-120"/>
              </a:rPr>
              <a:t>mengajar</a:t>
            </a:r>
            <a:r>
              <a:rPr lang="en-US" sz="110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10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dan</a:t>
            </a:r>
            <a:r>
              <a:rPr lang="en-US" sz="1100" b="1" dirty="0">
                <a:solidFill>
                  <a:srgbClr val="262B35"/>
                </a:solidFill>
                <a:latin typeface="Segoe UI" panose="020B0502040204020203" pitchFamily="34" charset="0"/>
                <a:ea typeface="Segoe UI" panose="020B0502040204020203" pitchFamily="34" charset="-122"/>
                <a:cs typeface="Segoe UI" panose="020B0502040204020203" pitchFamily="34" charset="-120"/>
              </a:rPr>
              <a:t> </a:t>
            </a:r>
            <a:r>
              <a:rPr lang="en-US" sz="1100" dirty="0">
                <a:solidFill>
                  <a:srgbClr val="262B35"/>
                </a:solidFill>
                <a:latin typeface="Segoe UI" panose="020B0502040204020203" pitchFamily="34" charset="0"/>
                <a:ea typeface="Segoe UI" panose="020B0502040204020203" pitchFamily="34" charset="-122"/>
                <a:cs typeface="Segoe UI" panose="020B0502040204020203" pitchFamily="34" charset="-120"/>
              </a:rPr>
              <a:t>menegur (ay 16)</a:t>
            </a:r>
            <a:endParaRPr lang="en-US" sz="1100" dirty="0"/>
          </a:p>
        </p:txBody>
      </p:sp>
      <p:sp>
        <p:nvSpPr>
          <p:cNvPr id="37" name="Text 18"/>
          <p:cNvSpPr/>
          <p:nvPr/>
        </p:nvSpPr>
        <p:spPr>
          <a:xfrm>
            <a:off x="1317129" y="4471476"/>
            <a:ext cx="2085082" cy="176427"/>
          </a:xfrm>
          <a:prstGeom prst="rect">
            <a:avLst/>
          </a:prstGeom>
          <a:noFill/>
        </p:spPr>
        <p:txBody>
          <a:bodyPr wrap="none" lIns="0" tIns="0" rIns="0" bIns="0" rtlCol="0" anchor="t"/>
          <a:lstStyle/>
          <a:p>
            <a:pPr marL="0" indent="0" algn="l">
              <a:buNone/>
            </a:pPr>
            <a:r>
              <a:rPr lang="en-US" sz="1105" b="1" dirty="0">
                <a:solidFill>
                  <a:srgbClr val="242933"/>
                </a:solidFill>
                <a:latin typeface="Segoe UI" panose="020B0502040204020203" pitchFamily="34" charset="0"/>
                <a:ea typeface="Segoe UI" panose="020B0502040204020203" pitchFamily="34" charset="-122"/>
                <a:cs typeface="Segoe UI" panose="020B0502040204020203" pitchFamily="34" charset="-120"/>
              </a:rPr>
              <a:t>Ramah dan</a:t>
            </a:r>
            <a:r>
              <a:rPr lang="en-US" sz="1105" b="1" dirty="0">
                <a:solidFill>
                  <a:srgbClr val="242933"/>
                </a:solidFill>
                <a:latin typeface="Segoe UI" panose="020B0502040204020203" pitchFamily="34" charset="0"/>
                <a:ea typeface="Segoe UI" panose="020B0502040204020203" pitchFamily="34" charset="-122"/>
                <a:cs typeface="Segoe UI" panose="020B0502040204020203" pitchFamily="34" charset="-120"/>
              </a:rPr>
              <a:t> </a:t>
            </a:r>
            <a:r>
              <a:rPr lang="en-US" sz="1105" b="1" dirty="0">
                <a:solidFill>
                  <a:srgbClr val="242933"/>
                </a:solidFill>
                <a:latin typeface="Segoe UI" panose="020B0502040204020203" pitchFamily="34" charset="0"/>
                <a:ea typeface="Segoe UI" panose="020B0502040204020203" pitchFamily="34" charset="-122"/>
                <a:cs typeface="Segoe UI" panose="020B0502040204020203" pitchFamily="34" charset="-120"/>
              </a:rPr>
              <a:t>saling mengampuni (ay 32)</a:t>
            </a:r>
            <a:endParaRPr lang="en-US" sz="1105" dirty="0"/>
          </a:p>
        </p:txBody>
      </p:sp>
      <p:sp>
        <p:nvSpPr>
          <p:cNvPr id="38" name="Text 19"/>
          <p:cNvSpPr/>
          <p:nvPr/>
        </p:nvSpPr>
        <p:spPr>
          <a:xfrm>
            <a:off x="5487293" y="4471730"/>
            <a:ext cx="2116336" cy="171708"/>
          </a:xfrm>
          <a:prstGeom prst="rect">
            <a:avLst/>
          </a:prstGeom>
          <a:noFill/>
        </p:spPr>
        <p:txBody>
          <a:bodyPr wrap="none" lIns="0" tIns="0" rIns="0" bIns="0" rtlCol="0" anchor="t"/>
          <a:lstStyle/>
          <a:p>
            <a:pPr marL="0" indent="0" algn="l">
              <a:buNone/>
            </a:pPr>
            <a:r>
              <a:rPr lang="en-US" sz="1080" b="1" dirty="0">
                <a:solidFill>
                  <a:srgbClr val="232832"/>
                </a:solidFill>
                <a:latin typeface="Arial" panose="020B0604020202020204" pitchFamily="34" charset="0"/>
                <a:ea typeface="Arial" panose="020B0604020202020204" pitchFamily="34" charset="-122"/>
                <a:cs typeface="Arial" panose="020B0604020202020204" pitchFamily="34" charset="-120"/>
              </a:rPr>
              <a:t>Lakukan</a:t>
            </a:r>
            <a:r>
              <a:rPr lang="en-US" sz="1080" dirty="0">
                <a:solidFill>
                  <a:srgbClr val="232832"/>
                </a:solidFill>
                <a:latin typeface="Arial" panose="020B0604020202020204" pitchFamily="34" charset="0"/>
                <a:ea typeface="Arial" panose="020B0604020202020204" pitchFamily="34" charset="-122"/>
                <a:cs typeface="Arial" panose="020B0604020202020204" pitchFamily="34" charset="-120"/>
              </a:rPr>
              <a:t> </a:t>
            </a:r>
            <a:r>
              <a:rPr lang="en-US" sz="1080" b="1" dirty="0">
                <a:solidFill>
                  <a:srgbClr val="232832"/>
                </a:solidFill>
                <a:latin typeface="Arial" panose="020B0604020202020204" pitchFamily="34" charset="0"/>
                <a:ea typeface="Arial" panose="020B0604020202020204" pitchFamily="34" charset="-122"/>
                <a:cs typeface="Arial" panose="020B0604020202020204" pitchFamily="34" charset="-120"/>
              </a:rPr>
              <a:t>semuanya</a:t>
            </a:r>
            <a:r>
              <a:rPr lang="en-US" sz="1080" b="1" dirty="0">
                <a:solidFill>
                  <a:srgbClr val="232832"/>
                </a:solidFill>
                <a:latin typeface="Arial" panose="020B0604020202020204" pitchFamily="34" charset="0"/>
                <a:ea typeface="Arial" panose="020B0604020202020204" pitchFamily="34" charset="-122"/>
                <a:cs typeface="Arial" panose="020B0604020202020204" pitchFamily="34" charset="-120"/>
              </a:rPr>
              <a:t> </a:t>
            </a:r>
            <a:r>
              <a:rPr lang="en-US" sz="1080" b="1" dirty="0">
                <a:solidFill>
                  <a:srgbClr val="232832"/>
                </a:solidFill>
                <a:latin typeface="Arial" panose="020B0604020202020204" pitchFamily="34" charset="0"/>
                <a:ea typeface="Arial" panose="020B0604020202020204" pitchFamily="34" charset="-122"/>
                <a:cs typeface="Arial" panose="020B0604020202020204" pitchFamily="34" charset="-120"/>
              </a:rPr>
              <a:t>untuk Tuhan (ay 17)</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5397996" y="2955727"/>
            <a:ext cx="375047" cy="482203"/>
          </a:xfrm>
          <a:prstGeom prst="rect">
            <a:avLst/>
          </a:prstGeom>
        </p:spPr>
      </p:pic>
      <p:pic>
        <p:nvPicPr>
          <p:cNvPr id="4" name="Image 2" descr="visual 2"/>
          <p:cNvPicPr>
            <a:picLocks noChangeAspect="1"/>
          </p:cNvPicPr>
          <p:nvPr/>
        </p:nvPicPr>
        <p:blipFill>
          <a:blip r:embed="rId3"/>
          <a:stretch>
            <a:fillRect/>
          </a:stretch>
        </p:blipFill>
        <p:spPr>
          <a:xfrm>
            <a:off x="7188398" y="2790527"/>
            <a:ext cx="812602" cy="803672"/>
          </a:xfrm>
          <a:prstGeom prst="rect">
            <a:avLst/>
          </a:prstGeom>
        </p:spPr>
      </p:pic>
      <p:pic>
        <p:nvPicPr>
          <p:cNvPr id="5" name="Image 3" descr="visual 3"/>
          <p:cNvPicPr>
            <a:picLocks noChangeAspect="1"/>
          </p:cNvPicPr>
          <p:nvPr/>
        </p:nvPicPr>
        <p:blipFill>
          <a:blip r:embed="rId4"/>
          <a:stretch>
            <a:fillRect/>
          </a:stretch>
        </p:blipFill>
        <p:spPr>
          <a:xfrm>
            <a:off x="1138535" y="2790527"/>
            <a:ext cx="817066" cy="803672"/>
          </a:xfrm>
          <a:prstGeom prst="rect">
            <a:avLst/>
          </a:prstGeom>
        </p:spPr>
      </p:pic>
      <p:pic>
        <p:nvPicPr>
          <p:cNvPr id="6" name="Image 4" descr="visual 4"/>
          <p:cNvPicPr>
            <a:picLocks noChangeAspect="1"/>
          </p:cNvPicPr>
          <p:nvPr/>
        </p:nvPicPr>
        <p:blipFill>
          <a:blip r:embed="rId5"/>
          <a:stretch>
            <a:fillRect/>
          </a:stretch>
        </p:blipFill>
        <p:spPr>
          <a:xfrm>
            <a:off x="3147715" y="2790527"/>
            <a:ext cx="821531" cy="803672"/>
          </a:xfrm>
          <a:prstGeom prst="rect">
            <a:avLst/>
          </a:prstGeom>
        </p:spPr>
      </p:pic>
      <p:pic>
        <p:nvPicPr>
          <p:cNvPr id="7" name="Image 5" descr="visual 5"/>
          <p:cNvPicPr>
            <a:picLocks noChangeAspect="1"/>
          </p:cNvPicPr>
          <p:nvPr/>
        </p:nvPicPr>
        <p:blipFill>
          <a:blip r:embed="rId6"/>
          <a:stretch>
            <a:fillRect/>
          </a:stretch>
        </p:blipFill>
        <p:spPr>
          <a:xfrm>
            <a:off x="5170289" y="2790527"/>
            <a:ext cx="825996" cy="803672"/>
          </a:xfrm>
          <a:prstGeom prst="rect">
            <a:avLst/>
          </a:prstGeom>
        </p:spPr>
      </p:pic>
      <p:pic>
        <p:nvPicPr>
          <p:cNvPr id="8" name="Image 6" descr="visual 6"/>
          <p:cNvPicPr>
            <a:picLocks noChangeAspect="1"/>
          </p:cNvPicPr>
          <p:nvPr/>
        </p:nvPicPr>
        <p:blipFill>
          <a:blip r:embed="rId7"/>
          <a:stretch>
            <a:fillRect/>
          </a:stretch>
        </p:blipFill>
        <p:spPr>
          <a:xfrm>
            <a:off x="7442895" y="2960191"/>
            <a:ext cx="383977" cy="477738"/>
          </a:xfrm>
          <a:prstGeom prst="rect">
            <a:avLst/>
          </a:prstGeom>
        </p:spPr>
      </p:pic>
      <p:pic>
        <p:nvPicPr>
          <p:cNvPr id="9" name="Image 7" descr="visual 7"/>
          <p:cNvPicPr>
            <a:picLocks noChangeAspect="1"/>
          </p:cNvPicPr>
          <p:nvPr/>
        </p:nvPicPr>
        <p:blipFill>
          <a:blip r:embed="rId8"/>
          <a:stretch>
            <a:fillRect/>
          </a:stretch>
        </p:blipFill>
        <p:spPr>
          <a:xfrm>
            <a:off x="1299270" y="3009305"/>
            <a:ext cx="486668" cy="375047"/>
          </a:xfrm>
          <a:prstGeom prst="rect">
            <a:avLst/>
          </a:prstGeom>
        </p:spPr>
      </p:pic>
      <p:pic>
        <p:nvPicPr>
          <p:cNvPr id="10" name="Image 8" descr="visual 8"/>
          <p:cNvPicPr>
            <a:picLocks noChangeAspect="1"/>
          </p:cNvPicPr>
          <p:nvPr/>
        </p:nvPicPr>
        <p:blipFill>
          <a:blip r:embed="rId9"/>
          <a:stretch>
            <a:fillRect/>
          </a:stretch>
        </p:blipFill>
        <p:spPr>
          <a:xfrm>
            <a:off x="3321844" y="2955727"/>
            <a:ext cx="491133" cy="482203"/>
          </a:xfrm>
          <a:prstGeom prst="rect">
            <a:avLst/>
          </a:prstGeom>
        </p:spPr>
      </p:pic>
      <p:sp>
        <p:nvSpPr>
          <p:cNvPr id="11" name="Text 0"/>
          <p:cNvSpPr/>
          <p:nvPr/>
        </p:nvSpPr>
        <p:spPr>
          <a:xfrm>
            <a:off x="656332" y="422077"/>
            <a:ext cx="5058668" cy="520898"/>
          </a:xfrm>
          <a:prstGeom prst="rect">
            <a:avLst/>
          </a:prstGeom>
          <a:noFill/>
        </p:spPr>
        <p:txBody>
          <a:bodyPr wrap="none" lIns="0" tIns="0" rIns="0" bIns="0" rtlCol="0" anchor="t"/>
          <a:lstStyle/>
          <a:p>
            <a:pPr marL="0" indent="0" algn="l">
              <a:buNone/>
            </a:pPr>
            <a:r>
              <a:rPr lang="en-US" sz="3280" b="1" dirty="0">
                <a:solidFill>
                  <a:srgbClr val="010000"/>
                </a:solidFill>
                <a:latin typeface="Segoe UI" panose="020B0502040204020203" pitchFamily="34" charset="0"/>
                <a:ea typeface="Segoe UI" panose="020B0502040204020203" pitchFamily="34" charset="-122"/>
                <a:cs typeface="Segoe UI" panose="020B0502040204020203" pitchFamily="34" charset="-120"/>
              </a:rPr>
              <a:t>Periksa Pemahaman Anda!</a:t>
            </a:r>
            <a:endParaRPr lang="en-US" sz="3280" dirty="0"/>
          </a:p>
        </p:txBody>
      </p:sp>
      <p:sp>
        <p:nvSpPr>
          <p:cNvPr id="12" name="Text 1"/>
          <p:cNvSpPr/>
          <p:nvPr/>
        </p:nvSpPr>
        <p:spPr>
          <a:xfrm>
            <a:off x="848320" y="1237869"/>
            <a:ext cx="107156" cy="204276"/>
          </a:xfrm>
          <a:prstGeom prst="rect">
            <a:avLst/>
          </a:prstGeom>
          <a:noFill/>
        </p:spPr>
        <p:txBody>
          <a:bodyPr wrap="none" lIns="0" tIns="0" rIns="0" bIns="0" rtlCol="0" anchor="t"/>
          <a:lstStyle/>
          <a:p>
            <a:pPr marL="0" indent="0" algn="l">
              <a:buNone/>
            </a:pPr>
            <a:r>
              <a:rPr lang="en-US" sz="1210" b="1" dirty="0">
                <a:solidFill>
                  <a:srgbClr val="0929B9"/>
                </a:solidFill>
                <a:latin typeface="Arial" panose="020B0604020202020204" pitchFamily="34" charset="0"/>
                <a:ea typeface="Arial" panose="020B0604020202020204" pitchFamily="34" charset="-122"/>
                <a:cs typeface="Arial" panose="020B0604020202020204" pitchFamily="34" charset="-120"/>
              </a:rPr>
              <a:t>?</a:t>
            </a:r>
            <a:endParaRPr lang="en-US" sz="1210" dirty="0"/>
          </a:p>
        </p:txBody>
      </p:sp>
      <p:sp>
        <p:nvSpPr>
          <p:cNvPr id="13" name="Text 2"/>
          <p:cNvSpPr/>
          <p:nvPr/>
        </p:nvSpPr>
        <p:spPr>
          <a:xfrm>
            <a:off x="1294805" y="1225811"/>
            <a:ext cx="1263551" cy="240867"/>
          </a:xfrm>
          <a:prstGeom prst="rect">
            <a:avLst/>
          </a:prstGeom>
          <a:noFill/>
        </p:spPr>
        <p:txBody>
          <a:bodyPr wrap="none" lIns="0" tIns="0" rIns="0" bIns="0" rtlCol="0" anchor="t"/>
          <a:lstStyle/>
          <a:p>
            <a:pPr marL="0" indent="0" algn="l">
              <a:buNone/>
            </a:pPr>
            <a:r>
              <a:rPr lang="en-US" sz="1515" b="1" dirty="0">
                <a:solidFill>
                  <a:srgbClr val="011EB1"/>
                </a:solidFill>
                <a:latin typeface="Segoe UI" panose="020B0502040204020203" pitchFamily="34" charset="0"/>
                <a:ea typeface="Segoe UI" panose="020B0502040204020203" pitchFamily="34" charset="-122"/>
                <a:cs typeface="Segoe UI" panose="020B0502040204020203" pitchFamily="34" charset="-120"/>
              </a:rPr>
              <a:t>Pertanyaan</a:t>
            </a:r>
            <a:r>
              <a:rPr lang="en-US" sz="1515" b="1" dirty="0">
                <a:solidFill>
                  <a:srgbClr val="011EB1"/>
                </a:solidFill>
                <a:latin typeface="Segoe UI" panose="020B0502040204020203" pitchFamily="34" charset="0"/>
                <a:ea typeface="Segoe UI" panose="020B0502040204020203" pitchFamily="34" charset="-122"/>
                <a:cs typeface="Segoe UI" panose="020B0502040204020203" pitchFamily="34" charset="-120"/>
              </a:rPr>
              <a:t> </a:t>
            </a:r>
            <a:r>
              <a:rPr lang="en-US" sz="1515" b="1" dirty="0">
                <a:solidFill>
                  <a:srgbClr val="011EB1"/>
                </a:solidFill>
                <a:latin typeface="Segoe UI" panose="020B0502040204020203" pitchFamily="34" charset="0"/>
                <a:ea typeface="Segoe UI" panose="020B0502040204020203" pitchFamily="34" charset="-122"/>
                <a:cs typeface="Segoe UI" panose="020B0502040204020203" pitchFamily="34" charset="-120"/>
              </a:rPr>
              <a:t>1</a:t>
            </a:r>
            <a:endParaRPr lang="en-US" sz="1515" dirty="0"/>
          </a:p>
        </p:txBody>
      </p:sp>
      <p:sp>
        <p:nvSpPr>
          <p:cNvPr id="14" name="Text 3"/>
          <p:cNvSpPr/>
          <p:nvPr/>
        </p:nvSpPr>
        <p:spPr>
          <a:xfrm>
            <a:off x="669727" y="1657648"/>
            <a:ext cx="6206133" cy="520898"/>
          </a:xfrm>
          <a:prstGeom prst="rect">
            <a:avLst/>
          </a:prstGeom>
          <a:noFill/>
        </p:spPr>
        <p:txBody>
          <a:bodyPr wrap="none" lIns="0" tIns="0" rIns="0" bIns="0" rtlCol="0" anchor="t"/>
          <a:lstStyle/>
          <a:p>
            <a:pPr marL="0" indent="0" algn="l">
              <a:buNone/>
            </a:pP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Menurut</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Yohanes</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dirty="0">
                <a:solidFill>
                  <a:srgbClr val="2D343B"/>
                </a:solidFill>
                <a:latin typeface="Segoe UI" panose="020B0502040204020203" pitchFamily="34" charset="0"/>
                <a:ea typeface="Segoe UI" panose="020B0502040204020203" pitchFamily="34" charset="-122"/>
                <a:cs typeface="Segoe UI" panose="020B0502040204020203" pitchFamily="34" charset="-120"/>
              </a:rPr>
              <a:t>3,</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apa</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konsekuensi utama bagi</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seseorang</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yang</a:t>
            </a:r>
            <a:endParaRPr lang="en-US" sz="1640" dirty="0"/>
          </a:p>
          <a:p>
            <a:pPr marL="0" indent="0" algn="l">
              <a:buNone/>
            </a:pP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tidak</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 </a:t>
            </a:r>
            <a:r>
              <a:rPr lang="en-US" sz="1640" b="1" dirty="0">
                <a:solidFill>
                  <a:srgbClr val="2D343B"/>
                </a:solidFill>
                <a:latin typeface="Segoe UI" panose="020B0502040204020203" pitchFamily="34" charset="0"/>
                <a:ea typeface="Segoe UI" panose="020B0502040204020203" pitchFamily="34" charset="-122"/>
                <a:cs typeface="Segoe UI" panose="020B0502040204020203" pitchFamily="34" charset="-120"/>
              </a:rPr>
              <a:t>dilahirkan kembali?</a:t>
            </a:r>
            <a:endParaRPr lang="en-US" sz="1640" dirty="0"/>
          </a:p>
        </p:txBody>
      </p:sp>
      <p:sp>
        <p:nvSpPr>
          <p:cNvPr id="15" name="Text 4"/>
          <p:cNvSpPr/>
          <p:nvPr/>
        </p:nvSpPr>
        <p:spPr>
          <a:xfrm>
            <a:off x="821531" y="2645601"/>
            <a:ext cx="147340" cy="241343"/>
          </a:xfrm>
          <a:prstGeom prst="rect">
            <a:avLst/>
          </a:prstGeom>
          <a:noFill/>
        </p:spPr>
        <p:txBody>
          <a:bodyPr wrap="none" lIns="0" tIns="0" rIns="0" bIns="0" rtlCol="0" anchor="t"/>
          <a:lstStyle/>
          <a:p>
            <a:pPr marL="0" indent="0" algn="l">
              <a:buNone/>
            </a:pPr>
            <a:r>
              <a:rPr lang="en-US" sz="1520" b="1" dirty="0">
                <a:solidFill>
                  <a:srgbClr val="FFFFFF"/>
                </a:solidFill>
                <a:latin typeface="Tahoma" panose="020B0604030504040204" pitchFamily="34" charset="0"/>
                <a:ea typeface="Tahoma" panose="020B0604030504040204" pitchFamily="34" charset="-122"/>
                <a:cs typeface="Tahoma" panose="020B0604030504040204" pitchFamily="34" charset="-120"/>
              </a:rPr>
              <a:t>A</a:t>
            </a:r>
            <a:endParaRPr lang="en-US" sz="1520" dirty="0"/>
          </a:p>
        </p:txBody>
      </p:sp>
      <p:sp>
        <p:nvSpPr>
          <p:cNvPr id="16" name="Text 5"/>
          <p:cNvSpPr/>
          <p:nvPr/>
        </p:nvSpPr>
        <p:spPr>
          <a:xfrm>
            <a:off x="2848570" y="2645118"/>
            <a:ext cx="138410" cy="248885"/>
          </a:xfrm>
          <a:prstGeom prst="rect">
            <a:avLst/>
          </a:prstGeom>
          <a:noFill/>
        </p:spPr>
        <p:txBody>
          <a:bodyPr wrap="none" lIns="0" tIns="0" rIns="0" bIns="0" rtlCol="0" anchor="t"/>
          <a:lstStyle/>
          <a:p>
            <a:pPr marL="0" indent="0" algn="l">
              <a:buNone/>
            </a:pPr>
            <a:r>
              <a:rPr lang="en-US" sz="1570" b="1" dirty="0">
                <a:solidFill>
                  <a:srgbClr val="FFFFFE"/>
                </a:solidFill>
                <a:latin typeface="Tahoma" panose="020B0604030504040204" pitchFamily="34" charset="0"/>
                <a:ea typeface="Tahoma" panose="020B0604030504040204" pitchFamily="34" charset="-122"/>
                <a:cs typeface="Tahoma" panose="020B0604030504040204" pitchFamily="34" charset="-120"/>
              </a:rPr>
              <a:t>B</a:t>
            </a:r>
            <a:endParaRPr lang="en-US" sz="1570" dirty="0"/>
          </a:p>
        </p:txBody>
      </p:sp>
      <p:sp>
        <p:nvSpPr>
          <p:cNvPr id="17" name="Text 6"/>
          <p:cNvSpPr/>
          <p:nvPr/>
        </p:nvSpPr>
        <p:spPr>
          <a:xfrm>
            <a:off x="4853285" y="2641543"/>
            <a:ext cx="147340" cy="234992"/>
          </a:xfrm>
          <a:prstGeom prst="rect">
            <a:avLst/>
          </a:prstGeom>
          <a:noFill/>
        </p:spPr>
        <p:txBody>
          <a:bodyPr wrap="none" lIns="0" tIns="0" rIns="0" bIns="0" rtlCol="0" anchor="t"/>
          <a:lstStyle/>
          <a:p>
            <a:pPr marL="0" indent="0" algn="l">
              <a:buNone/>
            </a:pPr>
            <a:r>
              <a:rPr lang="en-US" sz="1480" b="1" dirty="0">
                <a:solidFill>
                  <a:srgbClr val="FBFCFE"/>
                </a:solidFill>
                <a:latin typeface="Tahoma" panose="020B0604030504040204" pitchFamily="34" charset="0"/>
                <a:ea typeface="Tahoma" panose="020B0604030504040204" pitchFamily="34" charset="-122"/>
                <a:cs typeface="Tahoma" panose="020B0604030504040204" pitchFamily="34" charset="-120"/>
              </a:rPr>
              <a:t>C</a:t>
            </a:r>
            <a:endParaRPr lang="en-US" sz="1480" dirty="0"/>
          </a:p>
        </p:txBody>
      </p:sp>
      <p:sp>
        <p:nvSpPr>
          <p:cNvPr id="18" name="Text 7"/>
          <p:cNvSpPr/>
          <p:nvPr/>
        </p:nvSpPr>
        <p:spPr>
          <a:xfrm>
            <a:off x="6880324" y="2644482"/>
            <a:ext cx="151805" cy="258832"/>
          </a:xfrm>
          <a:prstGeom prst="rect">
            <a:avLst/>
          </a:prstGeom>
          <a:noFill/>
        </p:spPr>
        <p:txBody>
          <a:bodyPr wrap="none" lIns="0" tIns="0" rIns="0" bIns="0" rtlCol="0" anchor="t"/>
          <a:lstStyle/>
          <a:p>
            <a:pPr marL="0" indent="0" algn="l">
              <a:buNone/>
            </a:pPr>
            <a:r>
              <a:rPr lang="en-US" sz="1630" b="1" dirty="0">
                <a:solidFill>
                  <a:srgbClr val="FFFFFF"/>
                </a:solidFill>
                <a:latin typeface="Arial" panose="020B0604020202020204" pitchFamily="34" charset="0"/>
                <a:ea typeface="Arial" panose="020B0604020202020204" pitchFamily="34" charset="-122"/>
                <a:cs typeface="Arial" panose="020B0604020202020204" pitchFamily="34" charset="-120"/>
              </a:rPr>
              <a:t>D</a:t>
            </a:r>
            <a:endParaRPr lang="en-US" sz="1630" dirty="0"/>
          </a:p>
        </p:txBody>
      </p:sp>
      <p:sp>
        <p:nvSpPr>
          <p:cNvPr id="19" name="Text 8"/>
          <p:cNvSpPr/>
          <p:nvPr/>
        </p:nvSpPr>
        <p:spPr>
          <a:xfrm>
            <a:off x="937617" y="3867797"/>
            <a:ext cx="1093887" cy="601511"/>
          </a:xfrm>
          <a:prstGeom prst="rect">
            <a:avLst/>
          </a:prstGeom>
          <a:noFill/>
        </p:spPr>
        <p:txBody>
          <a:bodyPr wrap="none" lIns="0" tIns="0" rIns="0" bIns="0" rtlCol="0" anchor="t"/>
          <a:lstStyle/>
          <a:p>
            <a:pPr marL="0" indent="0" algn="l">
              <a:buNone/>
            </a:pP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la</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tidak</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dapat</a:t>
            </a:r>
            <a:endParaRPr lang="en-US" sz="1195" dirty="0"/>
          </a:p>
          <a:p>
            <a:pPr marL="0" indent="0" algn="l">
              <a:buNone/>
            </a:pP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melihat</a:t>
            </a:r>
            <a:endParaRPr lang="en-US" sz="1195" dirty="0"/>
          </a:p>
          <a:p>
            <a:pPr marL="0" indent="0" algn="l">
              <a:buNone/>
            </a:pP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Kerajaan</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B0B0B"/>
                </a:solidFill>
                <a:latin typeface="Segoe UI" panose="020B0502040204020203" pitchFamily="34" charset="0"/>
                <a:ea typeface="Segoe UI" panose="020B0502040204020203" pitchFamily="34" charset="-122"/>
                <a:cs typeface="Segoe UI" panose="020B0502040204020203" pitchFamily="34" charset="-120"/>
              </a:rPr>
              <a:t>Allah.</a:t>
            </a:r>
            <a:endParaRPr lang="en-US" sz="1195" dirty="0"/>
          </a:p>
        </p:txBody>
      </p:sp>
      <p:sp>
        <p:nvSpPr>
          <p:cNvPr id="20" name="Text 9"/>
          <p:cNvSpPr/>
          <p:nvPr/>
        </p:nvSpPr>
        <p:spPr>
          <a:xfrm>
            <a:off x="2937867" y="3872262"/>
            <a:ext cx="1143000" cy="601511"/>
          </a:xfrm>
          <a:prstGeom prst="rect">
            <a:avLst/>
          </a:prstGeom>
          <a:noFill/>
        </p:spPr>
        <p:txBody>
          <a:bodyPr wrap="none" lIns="0" tIns="0" rIns="0" bIns="0" rtlCol="0" anchor="t"/>
          <a:lstStyle/>
          <a:p>
            <a:pPr marL="0" indent="0" algn="l">
              <a:buNone/>
            </a:pP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la</a:t>
            </a:r>
            <a:r>
              <a:rPr lang="en-US" sz="1195" dirty="0">
                <a:solidFill>
                  <a:srgbClr val="0C0B0C"/>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tidak</a:t>
            </a:r>
            <a:r>
              <a:rPr lang="en-US" sz="1195" dirty="0">
                <a:solidFill>
                  <a:srgbClr val="0C0B0C"/>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akan</a:t>
            </a:r>
            <a:endParaRPr lang="en-US" sz="1195" dirty="0"/>
          </a:p>
          <a:p>
            <a:pPr marL="0" indent="0" algn="l">
              <a:buNone/>
            </a:pP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pernah</a:t>
            </a: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 </a:t>
            </a: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berbuat</a:t>
            </a:r>
            <a:endParaRPr lang="en-US" sz="1195" dirty="0"/>
          </a:p>
          <a:p>
            <a:pPr marL="0" indent="0" algn="l">
              <a:buNone/>
            </a:pP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dosa</a:t>
            </a:r>
            <a:r>
              <a:rPr lang="en-US" sz="1195" b="1" dirty="0">
                <a:solidFill>
                  <a:srgbClr val="0C0B0C"/>
                </a:solidFill>
                <a:latin typeface="Segoe UI" panose="020B0502040204020203" pitchFamily="34" charset="0"/>
                <a:ea typeface="Segoe UI" panose="020B0502040204020203" pitchFamily="34" charset="-122"/>
                <a:cs typeface="Segoe UI" panose="020B0502040204020203" pitchFamily="34" charset="-120"/>
              </a:rPr>
              <a:t> </a:t>
            </a:r>
            <a:r>
              <a:rPr lang="en-US" sz="1195" dirty="0">
                <a:solidFill>
                  <a:srgbClr val="0C0B0C"/>
                </a:solidFill>
                <a:latin typeface="Segoe UI" panose="020B0502040204020203" pitchFamily="34" charset="0"/>
                <a:ea typeface="Segoe UI" panose="020B0502040204020203" pitchFamily="34" charset="-122"/>
                <a:cs typeface="Segoe UI" panose="020B0502040204020203" pitchFamily="34" charset="-120"/>
              </a:rPr>
              <a:t>lagi.</a:t>
            </a:r>
            <a:endParaRPr lang="en-US" sz="1195" dirty="0"/>
          </a:p>
        </p:txBody>
      </p:sp>
      <p:sp>
        <p:nvSpPr>
          <p:cNvPr id="21" name="Text 10"/>
          <p:cNvSpPr/>
          <p:nvPr/>
        </p:nvSpPr>
        <p:spPr>
          <a:xfrm>
            <a:off x="4902398" y="3872145"/>
            <a:ext cx="1357313" cy="597164"/>
          </a:xfrm>
          <a:prstGeom prst="rect">
            <a:avLst/>
          </a:prstGeom>
          <a:noFill/>
        </p:spPr>
        <p:txBody>
          <a:bodyPr wrap="none" lIns="0" tIns="0" rIns="0" bIns="0" rtlCol="0" anchor="t"/>
          <a:lstStyle/>
          <a:p>
            <a:pPr marL="0" indent="0" algn="l">
              <a:buNone/>
            </a:pPr>
            <a:r>
              <a:rPr lang="en-US" sz="1210" b="1" dirty="0">
                <a:solidFill>
                  <a:srgbClr val="0D0D0C"/>
                </a:solidFill>
                <a:latin typeface="Segoe UI" panose="020B0502040204020203" pitchFamily="34" charset="0"/>
                <a:ea typeface="Segoe UI" panose="020B0502040204020203" pitchFamily="34" charset="-122"/>
                <a:cs typeface="Segoe UI" panose="020B0502040204020203" pitchFamily="34" charset="-120"/>
              </a:rPr>
              <a:t>la langsung</a:t>
            </a:r>
            <a:endParaRPr lang="en-US" sz="1210" dirty="0"/>
          </a:p>
          <a:p>
            <a:pPr marL="0" indent="0" algn="l">
              <a:buNone/>
            </a:pPr>
            <a:r>
              <a:rPr lang="en-US" sz="1210" b="1" dirty="0">
                <a:solidFill>
                  <a:srgbClr val="0D0D0C"/>
                </a:solidFill>
                <a:latin typeface="Segoe UI" panose="020B0502040204020203" pitchFamily="34" charset="0"/>
                <a:ea typeface="Segoe UI" panose="020B0502040204020203" pitchFamily="34" charset="-122"/>
                <a:cs typeface="Segoe UI" panose="020B0502040204020203" pitchFamily="34" charset="-120"/>
              </a:rPr>
              <a:t>menjadi</a:t>
            </a:r>
            <a:r>
              <a:rPr lang="en-US" sz="1210" b="1" dirty="0">
                <a:solidFill>
                  <a:srgbClr val="0D0D0C"/>
                </a:solidFill>
                <a:latin typeface="Segoe UI" panose="020B0502040204020203" pitchFamily="34" charset="0"/>
                <a:ea typeface="Segoe UI" panose="020B0502040204020203" pitchFamily="34" charset="-122"/>
                <a:cs typeface="Segoe UI" panose="020B0502040204020203" pitchFamily="34" charset="-120"/>
              </a:rPr>
              <a:t> </a:t>
            </a:r>
            <a:r>
              <a:rPr lang="en-US" sz="1210" b="1" dirty="0">
                <a:solidFill>
                  <a:srgbClr val="0D0D0C"/>
                </a:solidFill>
                <a:latin typeface="Segoe UI" panose="020B0502040204020203" pitchFamily="34" charset="0"/>
                <a:ea typeface="Segoe UI" panose="020B0502040204020203" pitchFamily="34" charset="-122"/>
                <a:cs typeface="Segoe UI" panose="020B0502040204020203" pitchFamily="34" charset="-120"/>
              </a:rPr>
              <a:t>pemimpin</a:t>
            </a:r>
            <a:endParaRPr lang="en-US" sz="1210" dirty="0"/>
          </a:p>
          <a:p>
            <a:pPr marL="0" indent="0" algn="l">
              <a:buNone/>
            </a:pPr>
            <a:r>
              <a:rPr lang="en-US" sz="1210" b="1" dirty="0">
                <a:solidFill>
                  <a:srgbClr val="0D0D0C"/>
                </a:solidFill>
                <a:latin typeface="Segoe UI" panose="020B0502040204020203" pitchFamily="34" charset="0"/>
                <a:ea typeface="Segoe UI" panose="020B0502040204020203" pitchFamily="34" charset="-122"/>
                <a:cs typeface="Segoe UI" panose="020B0502040204020203" pitchFamily="34" charset="-120"/>
              </a:rPr>
              <a:t>agama.</a:t>
            </a:r>
            <a:endParaRPr lang="en-US" sz="1210" dirty="0"/>
          </a:p>
        </p:txBody>
      </p:sp>
      <p:sp>
        <p:nvSpPr>
          <p:cNvPr id="22" name="Text 11"/>
          <p:cNvSpPr/>
          <p:nvPr/>
        </p:nvSpPr>
        <p:spPr>
          <a:xfrm>
            <a:off x="6920508" y="3867567"/>
            <a:ext cx="1120676" cy="391894"/>
          </a:xfrm>
          <a:prstGeom prst="rect">
            <a:avLst/>
          </a:prstGeom>
          <a:noFill/>
        </p:spPr>
        <p:txBody>
          <a:bodyPr wrap="none" lIns="0" tIns="0" rIns="0" bIns="0" rtlCol="0" anchor="t"/>
          <a:lstStyle/>
          <a:p>
            <a:pPr marL="0" indent="0" algn="l">
              <a:buNone/>
            </a:pPr>
            <a:r>
              <a:rPr lang="en-US" sz="1220" b="1" dirty="0">
                <a:solidFill>
                  <a:srgbClr val="0E0D0D"/>
                </a:solidFill>
                <a:latin typeface="Segoe UI" panose="020B0502040204020203" pitchFamily="34" charset="0"/>
                <a:ea typeface="Segoe UI" panose="020B0502040204020203" pitchFamily="34" charset="-122"/>
                <a:cs typeface="Segoe UI" panose="020B0502040204020203" pitchFamily="34" charset="-120"/>
              </a:rPr>
              <a:t>la </a:t>
            </a:r>
            <a:r>
              <a:rPr lang="en-US" sz="1220" b="1" dirty="0">
                <a:solidFill>
                  <a:srgbClr val="0E0D0D"/>
                </a:solidFill>
                <a:latin typeface="Segoe UI" panose="020B0502040204020203" pitchFamily="34" charset="0"/>
                <a:ea typeface="Segoe UI" panose="020B0502040204020203" pitchFamily="34" charset="-122"/>
                <a:cs typeface="Segoe UI" panose="020B0502040204020203" pitchFamily="34" charset="-120"/>
              </a:rPr>
              <a:t>harus</a:t>
            </a:r>
            <a:r>
              <a:rPr lang="en-US" sz="1220" b="1" dirty="0">
                <a:solidFill>
                  <a:srgbClr val="0E0D0D"/>
                </a:solidFill>
                <a:latin typeface="Segoe UI" panose="020B0502040204020203" pitchFamily="34" charset="0"/>
                <a:ea typeface="Segoe UI" panose="020B0502040204020203" pitchFamily="34" charset="-122"/>
                <a:cs typeface="Segoe UI" panose="020B0502040204020203" pitchFamily="34" charset="-120"/>
              </a:rPr>
              <a:t> </a:t>
            </a:r>
            <a:r>
              <a:rPr lang="en-US" sz="1220" b="1" dirty="0">
                <a:solidFill>
                  <a:srgbClr val="0E0D0D"/>
                </a:solidFill>
                <a:latin typeface="Segoe UI" panose="020B0502040204020203" pitchFamily="34" charset="0"/>
                <a:ea typeface="Segoe UI" panose="020B0502040204020203" pitchFamily="34" charset="-122"/>
                <a:cs typeface="Segoe UI" panose="020B0502040204020203" pitchFamily="34" charset="-120"/>
              </a:rPr>
              <a:t>pindah</a:t>
            </a:r>
            <a:endParaRPr lang="en-US" sz="1220" dirty="0"/>
          </a:p>
          <a:p>
            <a:pPr marL="0" indent="0" algn="l">
              <a:buNone/>
            </a:pPr>
            <a:r>
              <a:rPr lang="en-US" sz="1220" b="1" dirty="0">
                <a:solidFill>
                  <a:srgbClr val="0E0D0D"/>
                </a:solidFill>
                <a:latin typeface="Segoe UI" panose="020B0502040204020203" pitchFamily="34" charset="0"/>
                <a:ea typeface="Segoe UI" panose="020B0502040204020203" pitchFamily="34" charset="-122"/>
                <a:cs typeface="Segoe UI" panose="020B0502040204020203" pitchFamily="34" charset="-120"/>
              </a:rPr>
              <a:t>negara.</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96153" y="1280800"/>
            <a:ext cx="8151602" cy="443027"/>
          </a:xfrm>
          <a:prstGeom prst="rect">
            <a:avLst/>
          </a:prstGeom>
          <a:noFill/>
        </p:spPr>
        <p:txBody>
          <a:bodyPr wrap="square" lIns="0" tIns="0" rIns="0" bIns="0" rtlCol="0" anchor="ctr"/>
          <a:lstStyle/>
          <a:p>
            <a:pPr marL="0" indent="0" algn="l">
              <a:lnSpc>
                <a:spcPts val="3490"/>
              </a:lnSpc>
              <a:buNone/>
            </a:pPr>
            <a:r>
              <a:rPr lang="en-US" sz="2790" b="1" dirty="0">
                <a:solidFill>
                  <a:srgbClr val="000000"/>
                </a:solidFill>
                <a:latin typeface="Heebo" pitchFamily="34" charset="0"/>
                <a:ea typeface="Heebo" pitchFamily="34" charset="-122"/>
                <a:cs typeface="Heebo" pitchFamily="34" charset="-120"/>
              </a:rPr>
              <a:t>Periksa Pemahaman Anda!</a:t>
            </a:r>
            <a:endParaRPr lang="en-US" sz="2790" dirty="0"/>
          </a:p>
        </p:txBody>
      </p:sp>
      <p:sp>
        <p:nvSpPr>
          <p:cNvPr id="3" name="Text 1"/>
          <p:cNvSpPr/>
          <p:nvPr/>
        </p:nvSpPr>
        <p:spPr>
          <a:xfrm>
            <a:off x="496153" y="1936516"/>
            <a:ext cx="8151602" cy="221468"/>
          </a:xfrm>
          <a:prstGeom prst="rect">
            <a:avLst/>
          </a:prstGeom>
          <a:noFill/>
        </p:spPr>
        <p:txBody>
          <a:bodyPr wrap="square" lIns="0" tIns="0" rIns="0" bIns="0" rtlCol="0" anchor="ctr"/>
          <a:lstStyle/>
          <a:p>
            <a:pPr marL="0" indent="0" algn="l">
              <a:lnSpc>
                <a:spcPts val="1745"/>
              </a:lnSpc>
              <a:buNone/>
            </a:pPr>
            <a:r>
              <a:rPr lang="en-US" sz="1395" b="1" dirty="0">
                <a:solidFill>
                  <a:srgbClr val="000000"/>
                </a:solidFill>
                <a:latin typeface="Heebo" pitchFamily="34" charset="0"/>
                <a:ea typeface="Heebo" pitchFamily="34" charset="-122"/>
                <a:cs typeface="Heebo" pitchFamily="34" charset="-120"/>
              </a:rPr>
              <a:t>Pertanyaan 2</a:t>
            </a:r>
            <a:endParaRPr lang="en-US" sz="1395" dirty="0"/>
          </a:p>
        </p:txBody>
      </p:sp>
      <p:sp>
        <p:nvSpPr>
          <p:cNvPr id="4" name="Text 2"/>
          <p:cNvSpPr/>
          <p:nvPr/>
        </p:nvSpPr>
        <p:spPr>
          <a:xfrm>
            <a:off x="496153" y="2370673"/>
            <a:ext cx="8151602" cy="226771"/>
          </a:xfrm>
          <a:prstGeom prst="rect">
            <a:avLst/>
          </a:prstGeom>
          <a:noFill/>
        </p:spPr>
        <p:txBody>
          <a:bodyPr wrap="square" lIns="0" tIns="0" rIns="0" bIns="0" rtlCol="0" anchor="ctr"/>
          <a:lstStyle/>
          <a:p>
            <a:pPr marL="0" indent="0" algn="l">
              <a:lnSpc>
                <a:spcPts val="1785"/>
              </a:lnSpc>
              <a:buNone/>
            </a:pPr>
            <a:r>
              <a:rPr lang="en-US" sz="1115" dirty="0">
                <a:solidFill>
                  <a:srgbClr val="000000"/>
                </a:solidFill>
                <a:latin typeface="Roboto" pitchFamily="34" charset="0"/>
                <a:ea typeface="Roboto" pitchFamily="34" charset="-122"/>
                <a:cs typeface="Roboto" pitchFamily="34" charset="-120"/>
              </a:rPr>
              <a:t>Manakah dari berikut ini yang BUKAN merupakan ciri 'perilaku yang baru' bagi orang percaya?</a:t>
            </a:r>
            <a:endParaRPr lang="en-US" sz="1115" dirty="0"/>
          </a:p>
        </p:txBody>
      </p:sp>
      <p:sp>
        <p:nvSpPr>
          <p:cNvPr id="5" name="Text 3"/>
          <p:cNvSpPr/>
          <p:nvPr/>
        </p:nvSpPr>
        <p:spPr>
          <a:xfrm>
            <a:off x="496153" y="2756916"/>
            <a:ext cx="8151602" cy="226771"/>
          </a:xfrm>
          <a:prstGeom prst="rect">
            <a:avLst/>
          </a:prstGeom>
          <a:noFill/>
        </p:spPr>
        <p:txBody>
          <a:bodyPr wrap="square" lIns="0" tIns="0" rIns="0" bIns="0" rtlCol="0" anchor="ctr"/>
          <a:lstStyle/>
          <a:p>
            <a:pPr marL="212725" indent="-212725" algn="l">
              <a:lnSpc>
                <a:spcPts val="1785"/>
              </a:lnSpc>
              <a:buSzPct val="100000"/>
              <a:buChar char="●"/>
            </a:pPr>
            <a:r>
              <a:rPr lang="en-US" sz="1115" dirty="0">
                <a:solidFill>
                  <a:srgbClr val="000000"/>
                </a:solidFill>
                <a:latin typeface="Roboto" pitchFamily="34" charset="0"/>
                <a:ea typeface="Roboto" pitchFamily="34" charset="-122"/>
                <a:cs typeface="Roboto" pitchFamily="34" charset="-120"/>
              </a:rPr>
              <a:t>A. Saling mengampuni.</a:t>
            </a:r>
            <a:endParaRPr lang="en-US" sz="1115" dirty="0"/>
          </a:p>
        </p:txBody>
      </p:sp>
      <p:sp>
        <p:nvSpPr>
          <p:cNvPr id="6" name="Text 4"/>
          <p:cNvSpPr/>
          <p:nvPr/>
        </p:nvSpPr>
        <p:spPr>
          <a:xfrm>
            <a:off x="496153" y="3033339"/>
            <a:ext cx="8151602" cy="226771"/>
          </a:xfrm>
          <a:prstGeom prst="rect">
            <a:avLst/>
          </a:prstGeom>
          <a:noFill/>
        </p:spPr>
        <p:txBody>
          <a:bodyPr wrap="square" lIns="0" tIns="0" rIns="0" bIns="0" rtlCol="0" anchor="ctr"/>
          <a:lstStyle/>
          <a:p>
            <a:pPr marL="212725" indent="-212725" algn="l">
              <a:lnSpc>
                <a:spcPts val="1785"/>
              </a:lnSpc>
              <a:buSzPct val="100000"/>
              <a:buChar char="●"/>
            </a:pPr>
            <a:r>
              <a:rPr lang="en-US" sz="1115" dirty="0">
                <a:solidFill>
                  <a:srgbClr val="000000"/>
                </a:solidFill>
                <a:latin typeface="Roboto" pitchFamily="34" charset="0"/>
                <a:ea typeface="Roboto" pitchFamily="34" charset="-122"/>
                <a:cs typeface="Roboto" pitchFamily="34" charset="-120"/>
              </a:rPr>
              <a:t>B. Membalas kejahatan dengan kejahatan.</a:t>
            </a:r>
            <a:endParaRPr lang="en-US" sz="1115" dirty="0"/>
          </a:p>
        </p:txBody>
      </p:sp>
      <p:sp>
        <p:nvSpPr>
          <p:cNvPr id="7" name="Text 5"/>
          <p:cNvSpPr/>
          <p:nvPr/>
        </p:nvSpPr>
        <p:spPr>
          <a:xfrm>
            <a:off x="496153" y="3309762"/>
            <a:ext cx="8151602" cy="226771"/>
          </a:xfrm>
          <a:prstGeom prst="rect">
            <a:avLst/>
          </a:prstGeom>
          <a:noFill/>
        </p:spPr>
        <p:txBody>
          <a:bodyPr wrap="square" lIns="0" tIns="0" rIns="0" bIns="0" rtlCol="0" anchor="ctr"/>
          <a:lstStyle/>
          <a:p>
            <a:pPr marL="212725" indent="-212725" algn="l">
              <a:lnSpc>
                <a:spcPts val="1785"/>
              </a:lnSpc>
              <a:buSzPct val="100000"/>
              <a:buChar char="●"/>
            </a:pPr>
            <a:r>
              <a:rPr lang="en-US" sz="1115" dirty="0">
                <a:solidFill>
                  <a:srgbClr val="000000"/>
                </a:solidFill>
                <a:latin typeface="Roboto" pitchFamily="34" charset="0"/>
                <a:ea typeface="Roboto" pitchFamily="34" charset="-122"/>
                <a:cs typeface="Roboto" pitchFamily="34" charset="-120"/>
              </a:rPr>
              <a:t>C. Berkata-kata yang membangun.</a:t>
            </a:r>
            <a:endParaRPr lang="en-US" sz="1115" dirty="0"/>
          </a:p>
        </p:txBody>
      </p:sp>
      <p:sp>
        <p:nvSpPr>
          <p:cNvPr id="8" name="Text 6"/>
          <p:cNvSpPr/>
          <p:nvPr/>
        </p:nvSpPr>
        <p:spPr>
          <a:xfrm>
            <a:off x="496153" y="3586185"/>
            <a:ext cx="8151602" cy="226771"/>
          </a:xfrm>
          <a:prstGeom prst="rect">
            <a:avLst/>
          </a:prstGeom>
          <a:noFill/>
        </p:spPr>
        <p:txBody>
          <a:bodyPr wrap="square" lIns="0" tIns="0" rIns="0" bIns="0" rtlCol="0" anchor="ctr"/>
          <a:lstStyle/>
          <a:p>
            <a:pPr marL="212725" indent="-212725" algn="l">
              <a:lnSpc>
                <a:spcPts val="1785"/>
              </a:lnSpc>
              <a:buSzPct val="100000"/>
              <a:buChar char="●"/>
            </a:pPr>
            <a:r>
              <a:rPr lang="en-US" sz="1115" dirty="0">
                <a:solidFill>
                  <a:srgbClr val="000000"/>
                </a:solidFill>
                <a:latin typeface="Roboto" pitchFamily="34" charset="0"/>
                <a:ea typeface="Roboto" pitchFamily="34" charset="-122"/>
                <a:cs typeface="Roboto" pitchFamily="34" charset="-120"/>
              </a:rPr>
              <a:t>D. Memiliki belas kasihan.</a:t>
            </a:r>
            <a:endParaRPr lang="en-US" sz="111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l="1" r="1"/>
          <a:stretch>
            <a:fillRect/>
          </a:stretch>
        </p:blipFill>
        <p:spPr>
          <a:xfrm>
            <a:off x="3267791" y="2445014"/>
            <a:ext cx="2608417" cy="1956359"/>
          </a:xfrm>
          <a:prstGeom prst="rect">
            <a:avLst/>
          </a:prstGeom>
        </p:spPr>
      </p:pic>
      <p:sp>
        <p:nvSpPr>
          <p:cNvPr id="3" name="Text 0"/>
          <p:cNvSpPr/>
          <p:nvPr/>
        </p:nvSpPr>
        <p:spPr>
          <a:xfrm>
            <a:off x="496153" y="742036"/>
            <a:ext cx="8151602" cy="443027"/>
          </a:xfrm>
          <a:prstGeom prst="rect">
            <a:avLst/>
          </a:prstGeom>
          <a:noFill/>
        </p:spPr>
        <p:txBody>
          <a:bodyPr wrap="square" lIns="0" tIns="0" rIns="0" bIns="0" rtlCol="0" anchor="ctr"/>
          <a:lstStyle/>
          <a:p>
            <a:pPr marL="0" indent="0" algn="l">
              <a:lnSpc>
                <a:spcPts val="3490"/>
              </a:lnSpc>
              <a:buNone/>
            </a:pPr>
            <a:r>
              <a:rPr lang="en-US" sz="2790" b="1" dirty="0">
                <a:solidFill>
                  <a:srgbClr val="000000"/>
                </a:solidFill>
                <a:latin typeface="Heebo" pitchFamily="34" charset="0"/>
                <a:ea typeface="Heebo" pitchFamily="34" charset="-122"/>
                <a:cs typeface="Heebo" pitchFamily="34" charset="-120"/>
              </a:rPr>
              <a:t>Jawaban Pertanyaan 2</a:t>
            </a:r>
            <a:endParaRPr lang="en-US" sz="2790" dirty="0"/>
          </a:p>
        </p:txBody>
      </p:sp>
      <p:sp>
        <p:nvSpPr>
          <p:cNvPr id="4" name="Text 1"/>
          <p:cNvSpPr/>
          <p:nvPr/>
        </p:nvSpPr>
        <p:spPr>
          <a:xfrm>
            <a:off x="496153" y="1397752"/>
            <a:ext cx="8151602" cy="221468"/>
          </a:xfrm>
          <a:prstGeom prst="rect">
            <a:avLst/>
          </a:prstGeom>
          <a:noFill/>
        </p:spPr>
        <p:txBody>
          <a:bodyPr wrap="square" lIns="0" tIns="0" rIns="0" bIns="0" rtlCol="0" anchor="ctr"/>
          <a:lstStyle/>
          <a:p>
            <a:pPr marL="0" indent="0" algn="l">
              <a:lnSpc>
                <a:spcPts val="1745"/>
              </a:lnSpc>
              <a:buNone/>
            </a:pPr>
            <a:r>
              <a:rPr lang="en-US" sz="1395" b="1" dirty="0">
                <a:solidFill>
                  <a:srgbClr val="000000"/>
                </a:solidFill>
                <a:latin typeface="Heebo" pitchFamily="34" charset="0"/>
                <a:ea typeface="Heebo" pitchFamily="34" charset="-122"/>
                <a:cs typeface="Heebo" pitchFamily="34" charset="-120"/>
              </a:rPr>
              <a:t>Jawaban yang Benar: B. Membalas kejahatan dengan kejahatan.</a:t>
            </a:r>
            <a:endParaRPr lang="en-US" sz="1395" dirty="0"/>
          </a:p>
        </p:txBody>
      </p:sp>
      <p:sp>
        <p:nvSpPr>
          <p:cNvPr id="5" name="Text 2"/>
          <p:cNvSpPr/>
          <p:nvPr/>
        </p:nvSpPr>
        <p:spPr>
          <a:xfrm>
            <a:off x="496153" y="1831909"/>
            <a:ext cx="8151602" cy="453634"/>
          </a:xfrm>
          <a:prstGeom prst="rect">
            <a:avLst/>
          </a:prstGeom>
          <a:noFill/>
        </p:spPr>
        <p:txBody>
          <a:bodyPr wrap="square" lIns="0" tIns="0" rIns="0" bIns="0" rtlCol="0" anchor="ctr"/>
          <a:lstStyle/>
          <a:p>
            <a:pPr marL="0" indent="0" algn="l">
              <a:lnSpc>
                <a:spcPts val="1785"/>
              </a:lnSpc>
              <a:buNone/>
            </a:pPr>
            <a:r>
              <a:rPr lang="en-US" sz="1115" dirty="0">
                <a:solidFill>
                  <a:srgbClr val="000000"/>
                </a:solidFill>
                <a:latin typeface="Roboto" pitchFamily="34" charset="0"/>
                <a:ea typeface="Roboto" pitchFamily="34" charset="-122"/>
                <a:cs typeface="Roboto" pitchFamily="34" charset="-120"/>
              </a:rPr>
              <a:t>Benar sekali! Perilaku yang baru justru sebaliknya: membuang kepahitan, kemarahan, dan menjadi ramah serta penuh pengampunan. Membalas kejahatan adalah ciri dari 'manusia lama' yang telah kita tinggalkan.</a:t>
            </a:r>
            <a:endParaRPr lang="en-US" sz="111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l="1" r="1"/>
          <a:stretch>
            <a:fillRect/>
          </a:stretch>
        </p:blipFill>
        <p:spPr>
          <a:xfrm>
            <a:off x="3267791" y="2341413"/>
            <a:ext cx="2608417" cy="1956359"/>
          </a:xfrm>
          <a:prstGeom prst="rect">
            <a:avLst/>
          </a:prstGeom>
        </p:spPr>
      </p:pic>
      <p:sp>
        <p:nvSpPr>
          <p:cNvPr id="3" name="Text 0"/>
          <p:cNvSpPr/>
          <p:nvPr/>
        </p:nvSpPr>
        <p:spPr>
          <a:xfrm>
            <a:off x="496153" y="845820"/>
            <a:ext cx="8151602" cy="443027"/>
          </a:xfrm>
          <a:prstGeom prst="rect">
            <a:avLst/>
          </a:prstGeom>
          <a:noFill/>
        </p:spPr>
        <p:txBody>
          <a:bodyPr wrap="square" lIns="0" tIns="0" rIns="0" bIns="0" rtlCol="0" anchor="ctr"/>
          <a:lstStyle/>
          <a:p>
            <a:pPr marL="0" indent="0" algn="l">
              <a:lnSpc>
                <a:spcPts val="3490"/>
              </a:lnSpc>
              <a:buNone/>
            </a:pPr>
            <a:r>
              <a:rPr lang="en-US" sz="2790" b="1" dirty="0">
                <a:solidFill>
                  <a:srgbClr val="000000"/>
                </a:solidFill>
                <a:latin typeface="Heebo" pitchFamily="34" charset="0"/>
                <a:ea typeface="Heebo" pitchFamily="34" charset="-122"/>
                <a:cs typeface="Heebo" pitchFamily="34" charset="-120"/>
              </a:rPr>
              <a:t>Kesimpulan: Perjalanan Anda Baru Dimulai</a:t>
            </a:r>
            <a:endParaRPr lang="en-US" sz="2790" dirty="0"/>
          </a:p>
        </p:txBody>
      </p:sp>
      <p:sp>
        <p:nvSpPr>
          <p:cNvPr id="4" name="Text 1"/>
          <p:cNvSpPr/>
          <p:nvPr/>
        </p:nvSpPr>
        <p:spPr>
          <a:xfrm>
            <a:off x="496153" y="1501445"/>
            <a:ext cx="8151602" cy="680405"/>
          </a:xfrm>
          <a:prstGeom prst="rect">
            <a:avLst/>
          </a:prstGeom>
          <a:noFill/>
        </p:spPr>
        <p:txBody>
          <a:bodyPr wrap="square" lIns="0" tIns="0" rIns="0" bIns="0" rtlCol="0" anchor="ctr"/>
          <a:lstStyle/>
          <a:p>
            <a:pPr marL="0" indent="0" algn="l">
              <a:lnSpc>
                <a:spcPts val="1785"/>
              </a:lnSpc>
              <a:buNone/>
            </a:pPr>
            <a:r>
              <a:rPr lang="en-US" sz="1115" dirty="0">
                <a:solidFill>
                  <a:srgbClr val="000000"/>
                </a:solidFill>
                <a:latin typeface="Roboto" pitchFamily="34" charset="0"/>
                <a:ea typeface="Roboto" pitchFamily="34" charset="-122"/>
                <a:cs typeface="Roboto" pitchFamily="34" charset="-120"/>
              </a:rPr>
              <a:t>Kelahiran baru bukanlah garis finis, melainkan garis start. Ini adalah undangan untuk sebuah perjalanan seumur hidup dalam bertumbuh mengenal Tuhan, mengubah cara kita berpikir dan bertindak setiap hari, serta hidup dalam realitas baru sebagai anak-anak Allah.</a:t>
            </a:r>
            <a:endParaRPr lang="en-US" sz="111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5760</Words>
  <Application>WPS Presentation</Application>
  <PresentationFormat>On-screen Show (16:9)</PresentationFormat>
  <Paragraphs>296</Paragraphs>
  <Slides>14</Slides>
  <Notes>13</Notes>
  <HiddenSlides>0</HiddenSlides>
  <MMClips>0</MMClips>
  <ScaleCrop>false</ScaleCrop>
  <HeadingPairs>
    <vt:vector size="6" baseType="variant">
      <vt:variant>
        <vt:lpstr>已用的字体</vt:lpstr>
      </vt:variant>
      <vt:variant>
        <vt:i4>33</vt:i4>
      </vt:variant>
      <vt:variant>
        <vt:lpstr>主题</vt:lpstr>
      </vt:variant>
      <vt:variant>
        <vt:i4>2</vt:i4>
      </vt:variant>
      <vt:variant>
        <vt:lpstr>幻灯片标题</vt:lpstr>
      </vt:variant>
      <vt:variant>
        <vt:i4>14</vt:i4>
      </vt:variant>
    </vt:vector>
  </HeadingPairs>
  <TitlesOfParts>
    <vt:vector size="49" baseType="lpstr">
      <vt:lpstr>Arial</vt:lpstr>
      <vt:lpstr>SimSun</vt:lpstr>
      <vt:lpstr>Wingdings</vt:lpstr>
      <vt:lpstr>Heebo</vt:lpstr>
      <vt:lpstr>Segoe Print</vt:lpstr>
      <vt:lpstr>Heebo</vt:lpstr>
      <vt:lpstr>Heebo</vt:lpstr>
      <vt:lpstr>Segoe UI</vt:lpstr>
      <vt:lpstr>Segoe UI</vt:lpstr>
      <vt:lpstr>Segoe UI</vt:lpstr>
      <vt:lpstr>Arial</vt:lpstr>
      <vt:lpstr>Arial</vt:lpstr>
      <vt:lpstr>Courier New</vt:lpstr>
      <vt:lpstr>Courier New</vt:lpstr>
      <vt:lpstr>Courier New</vt:lpstr>
      <vt:lpstr>Times New Roman</vt:lpstr>
      <vt:lpstr>Times New Roman</vt:lpstr>
      <vt:lpstr>Times New Roman</vt:lpstr>
      <vt:lpstr>Tahoma</vt:lpstr>
      <vt:lpstr>Tahoma</vt:lpstr>
      <vt:lpstr>Tahoma</vt:lpstr>
      <vt:lpstr>Inter</vt:lpstr>
      <vt:lpstr>Georgia</vt:lpstr>
      <vt:lpstr>Georgia</vt:lpstr>
      <vt:lpstr>Georgia</vt:lpstr>
      <vt:lpstr>Georgia</vt:lpstr>
      <vt:lpstr>Roboto</vt:lpstr>
      <vt:lpstr>Roboto</vt:lpstr>
      <vt:lpstr>Roboto</vt:lpstr>
      <vt:lpstr>Calibri</vt:lpstr>
      <vt:lpstr>Microsoft YaHei</vt:lpstr>
      <vt:lpstr>Arial Unicode MS</vt:lpstr>
      <vt:lpstr>MingLiU-ExtB</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Kelahiran Baru</dc:title>
  <dc:creator>PptxGenJS</dc:creator>
  <dc:subject>PptxGenJS Presentation</dc:subject>
  <cp:lastModifiedBy>User</cp:lastModifiedBy>
  <cp:revision>5</cp:revision>
  <dcterms:created xsi:type="dcterms:W3CDTF">2026-08-31T17:44:00Z</dcterms:created>
  <dcterms:modified xsi:type="dcterms:W3CDTF">2026-09-02T11:45:56Z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9508EB2F5C3D4AB7976994C121D45E86_13</vt:lpwstr>
  </property>
</Properties>
</file>